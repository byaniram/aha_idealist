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4" r:id="rId5"/>
    <p:sldMasterId id="2147483701" r:id="rId6"/>
    <p:sldMasterId id="214748371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Lst>
  <p:sldSz cy="5143500" cx="9144000"/>
  <p:notesSz cx="6858000" cy="9144000"/>
  <p:embeddedFontLst>
    <p:embeddedFont>
      <p:font typeface="Roboto"/>
      <p:regular r:id="rId42"/>
      <p:bold r:id="rId43"/>
      <p:italic r:id="rId44"/>
      <p:boldItalic r:id="rId45"/>
    </p:embeddedFont>
    <p:embeddedFont>
      <p:font typeface="Poppins"/>
      <p:regular r:id="rId46"/>
      <p:bold r:id="rId47"/>
      <p:italic r:id="rId48"/>
      <p:boldItalic r:id="rId49"/>
    </p:embeddedFont>
    <p:embeddedFont>
      <p:font typeface="Poppins Light"/>
      <p:regular r:id="rId50"/>
      <p:bold r:id="rId51"/>
      <p:italic r:id="rId52"/>
      <p:boldItalic r:id="rId53"/>
    </p:embeddedFont>
    <p:embeddedFont>
      <p:font typeface="Poppins Medium"/>
      <p:regular r:id="rId54"/>
      <p:bold r:id="rId55"/>
      <p:italic r:id="rId56"/>
      <p:boldItalic r:id="rId57"/>
    </p:embeddedFont>
    <p:embeddedFont>
      <p:font typeface="Outfit Medium"/>
      <p:regular r:id="rId58"/>
      <p:bold r:id="rId59"/>
    </p:embeddedFont>
    <p:embeddedFont>
      <p:font typeface="Roboto Light"/>
      <p:regular r:id="rId60"/>
      <p:bold r:id="rId61"/>
      <p:italic r:id="rId62"/>
      <p:boldItalic r:id="rId63"/>
    </p:embeddedFont>
    <p:embeddedFont>
      <p:font typeface="Poppins SemiBold"/>
      <p:regular r:id="rId64"/>
      <p:bold r:id="rId65"/>
      <p:italic r:id="rId66"/>
      <p:boldItalic r:id="rId67"/>
    </p:embeddedFont>
    <p:embeddedFont>
      <p:font typeface="Roboto Mono"/>
      <p:regular r:id="rId68"/>
      <p:bold r:id="rId69"/>
      <p:italic r:id="rId70"/>
      <p:boldItalic r:id="rId71"/>
    </p:embeddedFont>
    <p:embeddedFont>
      <p:font typeface="Gill Sans"/>
      <p:regular r:id="rId72"/>
      <p:bold r:id="rId73"/>
    </p:embeddedFont>
    <p:embeddedFont>
      <p:font typeface="Merriweather"/>
      <p:regular r:id="rId74"/>
      <p:bold r:id="rId75"/>
      <p:italic r:id="rId76"/>
      <p:boldItalic r:id="rId77"/>
    </p:embeddedFont>
    <p:embeddedFont>
      <p:font typeface="Century Gothic"/>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016">
          <p15:clr>
            <a:srgbClr val="A4A3A4"/>
          </p15:clr>
        </p15:guide>
        <p15:guide id="2" pos="2941">
          <p15:clr>
            <a:srgbClr val="A4A3A4"/>
          </p15:clr>
        </p15:guide>
        <p15:guide id="3" orient="horz" pos="2880">
          <p15:clr>
            <a:srgbClr val="9AA0A6"/>
          </p15:clr>
        </p15:guide>
        <p15:guide id="4" orient="horz" pos="3024">
          <p15:clr>
            <a:srgbClr val="9AA0A6"/>
          </p15:clr>
        </p15:guide>
        <p15:guide id="5" pos="4608">
          <p15:clr>
            <a:srgbClr val="9AA0A6"/>
          </p15:clr>
        </p15:guide>
        <p15:guide id="6" pos="2160">
          <p15:clr>
            <a:srgbClr val="9AA0A6"/>
          </p15:clr>
        </p15:guide>
        <p15:guide id="7" orient="horz" pos="648">
          <p15:clr>
            <a:srgbClr val="9AA0A6"/>
          </p15:clr>
        </p15:guide>
        <p15:guide id="8" pos="5688">
          <p15:clr>
            <a:srgbClr val="9AA0A6"/>
          </p15:clr>
        </p15:guide>
        <p15:guide id="9" orient="horz" pos="875">
          <p15:clr>
            <a:srgbClr val="9AA0A6"/>
          </p15:clr>
        </p15:guide>
        <p15:guide id="10" orient="horz" pos="1102">
          <p15:clr>
            <a:srgbClr val="9AA0A6"/>
          </p15:clr>
        </p15:guide>
      </p15:sldGuideLst>
    </p:ext>
    <p:ext uri="GoogleSlidesCustomDataVersion2">
      <go:slidesCustomData xmlns:go="http://customooxmlschemas.google.com/" r:id="rId82" roundtripDataSignature="AMtx7mipuskaUq1bmWuRr0kGsWiDNYrG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016" orient="horz"/>
        <p:guide pos="2941"/>
        <p:guide pos="2880" orient="horz"/>
        <p:guide pos="3024" orient="horz"/>
        <p:guide pos="4608"/>
        <p:guide pos="2160"/>
        <p:guide pos="648" orient="horz"/>
        <p:guide pos="5688"/>
        <p:guide pos="875" orient="horz"/>
        <p:guide pos="110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font" Target="fonts/Roboto-regular.fntdata"/><Relationship Id="rId41" Type="http://schemas.openxmlformats.org/officeDocument/2006/relationships/slide" Target="slides/slide33.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Poppins-regular.fntdata"/><Relationship Id="rId45" Type="http://schemas.openxmlformats.org/officeDocument/2006/relationships/font" Target="fonts/Roboto-boldItalic.fntdata"/><Relationship Id="rId80" Type="http://schemas.openxmlformats.org/officeDocument/2006/relationships/font" Target="fonts/CenturyGothic-italic.fntdata"/><Relationship Id="rId82" Type="http://customschemas.google.com/relationships/presentationmetadata" Target="metadata"/><Relationship Id="rId81" Type="http://schemas.openxmlformats.org/officeDocument/2006/relationships/font" Target="fonts/CenturyGothic-bold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Poppins-italic.fntdata"/><Relationship Id="rId47" Type="http://schemas.openxmlformats.org/officeDocument/2006/relationships/font" Target="fonts/Poppins-bold.fntdata"/><Relationship Id="rId49" Type="http://schemas.openxmlformats.org/officeDocument/2006/relationships/font" Target="fonts/Poppins-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GillSans-bold.fntdata"/><Relationship Id="rId72" Type="http://schemas.openxmlformats.org/officeDocument/2006/relationships/font" Target="fonts/GillSans-regular.fntdata"/><Relationship Id="rId31" Type="http://schemas.openxmlformats.org/officeDocument/2006/relationships/slide" Target="slides/slide23.xml"/><Relationship Id="rId75" Type="http://schemas.openxmlformats.org/officeDocument/2006/relationships/font" Target="fonts/Merriweather-bold.fntdata"/><Relationship Id="rId30" Type="http://schemas.openxmlformats.org/officeDocument/2006/relationships/slide" Target="slides/slide22.xml"/><Relationship Id="rId74" Type="http://schemas.openxmlformats.org/officeDocument/2006/relationships/font" Target="fonts/Merriweather-regular.fntdata"/><Relationship Id="rId33" Type="http://schemas.openxmlformats.org/officeDocument/2006/relationships/slide" Target="slides/slide25.xml"/><Relationship Id="rId77" Type="http://schemas.openxmlformats.org/officeDocument/2006/relationships/font" Target="fonts/Merriweather-boldItalic.fntdata"/><Relationship Id="rId32" Type="http://schemas.openxmlformats.org/officeDocument/2006/relationships/slide" Target="slides/slide24.xml"/><Relationship Id="rId76" Type="http://schemas.openxmlformats.org/officeDocument/2006/relationships/font" Target="fonts/Merriweather-italic.fntdata"/><Relationship Id="rId35" Type="http://schemas.openxmlformats.org/officeDocument/2006/relationships/slide" Target="slides/slide27.xml"/><Relationship Id="rId79" Type="http://schemas.openxmlformats.org/officeDocument/2006/relationships/font" Target="fonts/CenturyGothic-bold.fntdata"/><Relationship Id="rId34" Type="http://schemas.openxmlformats.org/officeDocument/2006/relationships/slide" Target="slides/slide26.xml"/><Relationship Id="rId78" Type="http://schemas.openxmlformats.org/officeDocument/2006/relationships/font" Target="fonts/CenturyGothic-regular.fntdata"/><Relationship Id="rId71" Type="http://schemas.openxmlformats.org/officeDocument/2006/relationships/font" Target="fonts/RobotoMono-boldItalic.fntdata"/><Relationship Id="rId70" Type="http://schemas.openxmlformats.org/officeDocument/2006/relationships/font" Target="fonts/RobotoMono-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RobotoLight-italic.fntdata"/><Relationship Id="rId61" Type="http://schemas.openxmlformats.org/officeDocument/2006/relationships/font" Target="fonts/RobotoLight-bold.fntdata"/><Relationship Id="rId20" Type="http://schemas.openxmlformats.org/officeDocument/2006/relationships/slide" Target="slides/slide12.xml"/><Relationship Id="rId64" Type="http://schemas.openxmlformats.org/officeDocument/2006/relationships/font" Target="fonts/PoppinsSemiBold-regular.fntdata"/><Relationship Id="rId63" Type="http://schemas.openxmlformats.org/officeDocument/2006/relationships/font" Target="fonts/RobotoLight-boldItalic.fntdata"/><Relationship Id="rId22" Type="http://schemas.openxmlformats.org/officeDocument/2006/relationships/slide" Target="slides/slide14.xml"/><Relationship Id="rId66" Type="http://schemas.openxmlformats.org/officeDocument/2006/relationships/font" Target="fonts/PoppinsSemiBold-italic.fntdata"/><Relationship Id="rId21" Type="http://schemas.openxmlformats.org/officeDocument/2006/relationships/slide" Target="slides/slide13.xml"/><Relationship Id="rId65" Type="http://schemas.openxmlformats.org/officeDocument/2006/relationships/font" Target="fonts/PoppinsSemiBold-bold.fntdata"/><Relationship Id="rId24" Type="http://schemas.openxmlformats.org/officeDocument/2006/relationships/slide" Target="slides/slide16.xml"/><Relationship Id="rId68" Type="http://schemas.openxmlformats.org/officeDocument/2006/relationships/font" Target="fonts/RobotoMono-regular.fntdata"/><Relationship Id="rId23" Type="http://schemas.openxmlformats.org/officeDocument/2006/relationships/slide" Target="slides/slide15.xml"/><Relationship Id="rId67" Type="http://schemas.openxmlformats.org/officeDocument/2006/relationships/font" Target="fonts/PoppinsSemiBold-boldItalic.fntdata"/><Relationship Id="rId60" Type="http://schemas.openxmlformats.org/officeDocument/2006/relationships/font" Target="fonts/RobotoLight-regular.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RobotoMono-bold.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PoppinsLight-bold.fntdata"/><Relationship Id="rId50" Type="http://schemas.openxmlformats.org/officeDocument/2006/relationships/font" Target="fonts/PoppinsLight-regular.fntdata"/><Relationship Id="rId53" Type="http://schemas.openxmlformats.org/officeDocument/2006/relationships/font" Target="fonts/PoppinsLight-boldItalic.fntdata"/><Relationship Id="rId52" Type="http://schemas.openxmlformats.org/officeDocument/2006/relationships/font" Target="fonts/PoppinsLight-italic.fntdata"/><Relationship Id="rId11" Type="http://schemas.openxmlformats.org/officeDocument/2006/relationships/slide" Target="slides/slide3.xml"/><Relationship Id="rId55" Type="http://schemas.openxmlformats.org/officeDocument/2006/relationships/font" Target="fonts/PoppinsMedium-bold.fntdata"/><Relationship Id="rId10" Type="http://schemas.openxmlformats.org/officeDocument/2006/relationships/slide" Target="slides/slide2.xml"/><Relationship Id="rId54" Type="http://schemas.openxmlformats.org/officeDocument/2006/relationships/font" Target="fonts/PoppinsMedium-regular.fntdata"/><Relationship Id="rId13" Type="http://schemas.openxmlformats.org/officeDocument/2006/relationships/slide" Target="slides/slide5.xml"/><Relationship Id="rId57" Type="http://schemas.openxmlformats.org/officeDocument/2006/relationships/font" Target="fonts/PoppinsMedium-boldItalic.fntdata"/><Relationship Id="rId12" Type="http://schemas.openxmlformats.org/officeDocument/2006/relationships/slide" Target="slides/slide4.xml"/><Relationship Id="rId56" Type="http://schemas.openxmlformats.org/officeDocument/2006/relationships/font" Target="fonts/PoppinsMedium-italic.fntdata"/><Relationship Id="rId15" Type="http://schemas.openxmlformats.org/officeDocument/2006/relationships/slide" Target="slides/slide7.xml"/><Relationship Id="rId59" Type="http://schemas.openxmlformats.org/officeDocument/2006/relationships/font" Target="fonts/OutfitMedium-bold.fntdata"/><Relationship Id="rId14" Type="http://schemas.openxmlformats.org/officeDocument/2006/relationships/slide" Target="slides/slide6.xml"/><Relationship Id="rId58" Type="http://schemas.openxmlformats.org/officeDocument/2006/relationships/font" Target="fonts/OutfitMedium-regular.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2" name="Google Shape;69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cc529176c1_0_38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300">
                <a:solidFill>
                  <a:schemeClr val="dk1"/>
                </a:solidFill>
                <a:latin typeface="Roboto"/>
                <a:ea typeface="Roboto"/>
                <a:cs typeface="Roboto"/>
                <a:sym typeface="Roboto"/>
              </a:rPr>
              <a:t>Intended Audience</a:t>
            </a:r>
            <a:r>
              <a:rPr lang="en" sz="1300">
                <a:solidFill>
                  <a:schemeClr val="dk1"/>
                </a:solidFill>
                <a:latin typeface="Roboto"/>
                <a:ea typeface="Roboto"/>
                <a:cs typeface="Roboto"/>
                <a:sym typeface="Roboto"/>
              </a:rPr>
              <a:t> - SnapLogic Developers, Architects &amp; Community Enablers</a:t>
            </a:r>
            <a:endParaRPr sz="13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 sz="1300">
                <a:latin typeface="Roboto"/>
                <a:ea typeface="Roboto"/>
                <a:cs typeface="Roboto"/>
                <a:sym typeface="Roboto"/>
              </a:rPr>
              <a:t>Pipelines are at the core of data integration and workflow automation in the SnapLogic platform and enable the seamless flow of data and the execution of various tasks across different applications and systems.</a:t>
            </a:r>
            <a:endParaRPr sz="1300">
              <a:latin typeface="Roboto"/>
              <a:ea typeface="Roboto"/>
              <a:cs typeface="Roboto"/>
              <a:sym typeface="Roboto"/>
            </a:endParaRPr>
          </a:p>
          <a:p>
            <a:pPr indent="0" lvl="0" marL="0" rtl="0" algn="l">
              <a:lnSpc>
                <a:spcPct val="100000"/>
              </a:lnSpc>
              <a:spcBef>
                <a:spcPts val="0"/>
              </a:spcBef>
              <a:spcAft>
                <a:spcPts val="0"/>
              </a:spcAft>
              <a:buSzPts val="1100"/>
              <a:buNone/>
            </a:pPr>
            <a:r>
              <a:t/>
            </a:r>
            <a:endParaRPr sz="1300">
              <a:latin typeface="Roboto"/>
              <a:ea typeface="Roboto"/>
              <a:cs typeface="Roboto"/>
              <a:sym typeface="Roboto"/>
            </a:endParaRPr>
          </a:p>
          <a:p>
            <a:pPr indent="0" lvl="0" marL="0" rtl="0" algn="l">
              <a:lnSpc>
                <a:spcPct val="100000"/>
              </a:lnSpc>
              <a:spcBef>
                <a:spcPts val="0"/>
              </a:spcBef>
              <a:spcAft>
                <a:spcPts val="0"/>
              </a:spcAft>
              <a:buSzPts val="1100"/>
              <a:buNone/>
            </a:pPr>
            <a:r>
              <a:rPr lang="en" sz="1300">
                <a:latin typeface="Roboto"/>
                <a:ea typeface="Roboto"/>
                <a:cs typeface="Roboto"/>
                <a:sym typeface="Roboto"/>
              </a:rPr>
              <a:t>While each integration scenario is unique, common requirements &amp; patterns occur</a:t>
            </a:r>
            <a:endParaRPr sz="1300">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lang="en"/>
              <a:t>Pipelines are at the core of data integration and workflow automation in the SnapLogic platform. They are powerful tools that enable the seamless flow of data and the execution of various tasks across different applications and systems. However, building complex Pipelines can be a daunting task, especially for those who are new to the platform or lack extensive development experience.</a:t>
            </a:r>
            <a:endParaRPr/>
          </a:p>
          <a:p>
            <a:pPr indent="0" lvl="0" marL="0" rtl="0" algn="l">
              <a:lnSpc>
                <a:spcPct val="115000"/>
              </a:lnSpc>
              <a:spcBef>
                <a:spcPts val="1200"/>
              </a:spcBef>
              <a:spcAft>
                <a:spcPts val="0"/>
              </a:spcAft>
              <a:buClr>
                <a:schemeClr val="dk1"/>
              </a:buClr>
              <a:buSzPts val="1100"/>
              <a:buFont typeface="Arial"/>
              <a:buNone/>
            </a:pPr>
            <a:r>
              <a:rPr lang="en"/>
              <a:t>To address these challenges, SnapLogic encourages the adoption of a pattern-based approach within the Pipeline development lifecycle. This approach involves the identification and utilization of common patterns, best practices, and reusable components, streamlining the process of constructing Pipelines. By leveraging pre-established patterns, SnapLogic customers can significantly reduce development time and enhance the overall quality and reliability of their Pipelines.</a:t>
            </a:r>
            <a:endParaRPr/>
          </a:p>
          <a:p>
            <a:pPr indent="0" lvl="0" marL="0" rtl="0" algn="l">
              <a:lnSpc>
                <a:spcPct val="115000"/>
              </a:lnSpc>
              <a:spcBef>
                <a:spcPts val="1200"/>
              </a:spcBef>
              <a:spcAft>
                <a:spcPts val="0"/>
              </a:spcAft>
              <a:buClr>
                <a:schemeClr val="dk1"/>
              </a:buClr>
              <a:buSzPts val="1100"/>
              <a:buFont typeface="Arial"/>
              <a:buNone/>
            </a:pPr>
            <a:r>
              <a:rPr lang="en"/>
              <a:t>The framework outlined in this article not only explains the importance of adopting a pattern-based approach but also provides practical guidance on how to implement it effectively. We delve into the process of identifying suitable patterns for different data &amp; application integration scenarios, ensuring that customers can easily adapt and customize them to suit their specific needs.</a:t>
            </a:r>
            <a:endParaRPr/>
          </a:p>
          <a:p>
            <a:pPr indent="0" lvl="0" marL="0" rtl="0" algn="l">
              <a:lnSpc>
                <a:spcPct val="115000"/>
              </a:lnSpc>
              <a:spcBef>
                <a:spcPts val="1200"/>
              </a:spcBef>
              <a:spcAft>
                <a:spcPts val="0"/>
              </a:spcAft>
              <a:buClr>
                <a:schemeClr val="dk1"/>
              </a:buClr>
              <a:buSzPts val="1100"/>
              <a:buFont typeface="Arial"/>
              <a:buNone/>
            </a:pPr>
            <a:r>
              <a:rPr lang="en"/>
              <a:t>Moreover, we explore the benefits of employing a pattern-based approach, such as improved maintainability, scalability, and consistency across Pipelines. Additionally, we discuss the potential for fostering collaboration and knowledge sharing within the SnapLogic developer community as they collectively contribute to a growing repository of tried and tested patterns within a customers organisation.</a:t>
            </a:r>
            <a:endParaRPr/>
          </a:p>
          <a:p>
            <a:pPr indent="0" lvl="0" marL="0" rtl="0" algn="l">
              <a:lnSpc>
                <a:spcPct val="115000"/>
              </a:lnSpc>
              <a:spcBef>
                <a:spcPts val="1200"/>
              </a:spcBef>
              <a:spcAft>
                <a:spcPts val="0"/>
              </a:spcAft>
              <a:buClr>
                <a:schemeClr val="dk1"/>
              </a:buClr>
              <a:buSzPts val="1100"/>
              <a:buFont typeface="Arial"/>
              <a:buNone/>
            </a:pPr>
            <a:r>
              <a:rPr lang="en"/>
              <a:t>We will showcase real-world examples of successful Pipelines built using the proposed framework. By illustrating the versatility of the pattern-based approach, we hope to inspire SnapLogic customers to embrace this methodology and elevate their data integration and automation capabilities.</a:t>
            </a:r>
            <a:endParaRPr/>
          </a:p>
          <a:p>
            <a:pPr indent="0" lvl="0" marL="0" rtl="0" algn="l">
              <a:lnSpc>
                <a:spcPct val="100000"/>
              </a:lnSpc>
              <a:spcBef>
                <a:spcPts val="1200"/>
              </a:spcBef>
              <a:spcAft>
                <a:spcPts val="0"/>
              </a:spcAft>
              <a:buSzPts val="1100"/>
              <a:buNone/>
            </a:pPr>
            <a:r>
              <a:t/>
            </a:r>
            <a:endParaRPr/>
          </a:p>
        </p:txBody>
      </p:sp>
      <p:sp>
        <p:nvSpPr>
          <p:cNvPr id="699" name="Google Shape;699;g3cc529176c1_0_3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cae20b75a1_0_1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3" name="Google Shape;713;g3cae20b75a1_0_18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d088728187_0_1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g3d088728187_0_1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cc529176c1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4" name="Google Shape;734;g3cc529176c1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cc529176c1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3" name="Google Shape;743;g3cc529176c1_0_3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cc529176c1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3" name="Google Shape;753;g3cc529176c1_0_3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d088728187_0_208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0" name="Google Shape;760;g3d088728187_0_20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d088728187_0_223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b="1" lang="en">
                <a:solidFill>
                  <a:schemeClr val="dk1"/>
                </a:solidFill>
              </a:rPr>
              <a:t>Inefficiency</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SnapLogic developers may look to reinvent the wheel for every integration use case they build. This leads to redundancy and can waste time and effort, resulting in a slower development process and creates unnecessary bloat within a customers deployment of SnapLogic leading to code duplication and decreased productivity.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Lack of Consistency &amp; Decreased Collaboration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structures and designs can make it challenging for team members to understand and maintain each other's work. This lack of uniformity can lead to confusion and errors which can hinder collaboration among team members. Developers might struggle to understand each other's work or work together effectively on shared projects.</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Difficulty in Scaling</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As the complexity of data integration tasks increases, scaling becomes more challenging without a standardized approach. A lack of patterns can hinder the ability to scale large integration project effectively &amp; efficiently.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Maintenance Burden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patterns, pipelines may become harder to maintain over time. When updates or modifications are needed, the absence of a consistent approach can make the process more error-prone and time-consuming.</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Learning Curve for New Developers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Onboarding new team members becomes more challenging when there are no established &amp; documented patterns to follow. The absence of clear guidelines can make it difficult for newcomers to grasp the best practices and design principles used in the organization.</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Reduced Performance and Optimization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for performance optimization, pipelines might not be as efficient as they could be. This can lead to increased processing times and resource usage.</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Risk of Errors and Bugs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development can introduce more opportunities for errors and bugs to creep into integration projects. This can lead to data integrity issues and negatively impact the reliability of data across the organisation</a:t>
            </a:r>
            <a:endParaRPr>
              <a:solidFill>
                <a:schemeClr val="dk1"/>
              </a:solidFill>
            </a:endParaRPr>
          </a:p>
          <a:p>
            <a:pPr indent="0" lvl="0" marL="457200" rtl="0" algn="l">
              <a:lnSpc>
                <a:spcPct val="100000"/>
              </a:lnSpc>
              <a:spcBef>
                <a:spcPts val="1200"/>
              </a:spcBef>
              <a:spcAft>
                <a:spcPts val="0"/>
              </a:spcAft>
              <a:buSzPts val="1100"/>
              <a:buNone/>
            </a:pPr>
            <a:r>
              <a:t/>
            </a:r>
            <a:endParaRPr sz="1300">
              <a:solidFill>
                <a:schemeClr val="dk1"/>
              </a:solidFill>
            </a:endParaRPr>
          </a:p>
        </p:txBody>
      </p:sp>
      <p:sp>
        <p:nvSpPr>
          <p:cNvPr id="783" name="Google Shape;783;g3d088728187_0_2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cbac9404e3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6" name="Google Shape;796;g3cbac9404e3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d088728187_0_23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b="1" lang="en">
                <a:solidFill>
                  <a:schemeClr val="dk1"/>
                </a:solidFill>
              </a:rPr>
              <a:t>Inefficiency</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SnapLogic developers may look to reinvent the wheel for every integration use case they build. This leads to redundancy and can waste time and effort, resulting in a slower development process and creates unnecessary bloat within a customers deployment of SnapLogic leading to code duplication and decreased productivity.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Lack of Consistency &amp; Decreased Collaboration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structures and designs can make it challenging for team members to understand and maintain each other's work. This lack of uniformity can lead to confusion and errors which can hinder collaboration among team members. Developers might struggle to understand each other's work or work together effectively on shared projects.</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Difficulty in Scaling</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As the complexity of data integration tasks increases, scaling becomes more challenging without a standardized approach. A lack of patterns can hinder the ability to scale large integration project effectively &amp; efficiently.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Maintenance Burden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patterns, pipelines may become harder to maintain over time. When updates or modifications are needed, the absence of a consistent approach can make the process more error-prone and time-consuming.</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Learning Curve for New Developers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Onboarding new team members becomes more challenging when there are no established &amp; documented patterns to follow. The absence of clear guidelines can make it difficult for newcomers to grasp the best practices and design principles used in the organization.</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Reduced Performance and Optimization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for performance optimization, pipelines might not be as efficient as they could be. This can lead to increased processing times and resource usage.</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Risk of Errors and Bugs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development can introduce more opportunities for errors and bugs to creep into integration projects. This can lead to data integrity issues and negatively impact the reliability of data across the organisation</a:t>
            </a:r>
            <a:endParaRPr>
              <a:solidFill>
                <a:schemeClr val="dk1"/>
              </a:solidFill>
            </a:endParaRPr>
          </a:p>
          <a:p>
            <a:pPr indent="0" lvl="0" marL="457200" rtl="0" algn="l">
              <a:lnSpc>
                <a:spcPct val="100000"/>
              </a:lnSpc>
              <a:spcBef>
                <a:spcPts val="1200"/>
              </a:spcBef>
              <a:spcAft>
                <a:spcPts val="0"/>
              </a:spcAft>
              <a:buSzPts val="1100"/>
              <a:buNone/>
            </a:pPr>
            <a:r>
              <a:t/>
            </a:r>
            <a:endParaRPr sz="1300">
              <a:solidFill>
                <a:schemeClr val="dk1"/>
              </a:solidFill>
            </a:endParaRPr>
          </a:p>
        </p:txBody>
      </p:sp>
      <p:sp>
        <p:nvSpPr>
          <p:cNvPr id="801" name="Google Shape;801;g3d088728187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d088728187_0_4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b="1" lang="en">
                <a:solidFill>
                  <a:schemeClr val="dk1"/>
                </a:solidFill>
              </a:rPr>
              <a:t>Inefficiency</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SnapLogic developers may look to reinvent the wheel for every integration use case they build. This leads to redundancy and can waste time and effort, resulting in a slower development process and creates unnecessary bloat within a customers deployment of SnapLogic leading to code duplication and decreased productivity.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Lack of Consistency &amp; Decreased Collaboration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structures and designs can make it challenging for team members to understand and maintain each other's work. This lack of uniformity can lead to confusion and errors which can hinder collaboration among team members. Developers might struggle to understand each other's work or work together effectively on shared projects.</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Difficulty in Scaling</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As the complexity of data integration tasks increases, scaling becomes more challenging without a standardized approach. A lack of patterns can hinder the ability to scale large integration project effectively &amp; efficiently.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Maintenance Burden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patterns, pipelines may become harder to maintain over time. When updates or modifications are needed, the absence of a consistent approach can make the process more error-prone and time-consuming.</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Learning Curve for New Developers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Onboarding new team members becomes more challenging when there are no established &amp; documented patterns to follow. The absence of clear guidelines can make it difficult for newcomers to grasp the best practices and design principles used in the organization.</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Reduced Performance and Optimization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for performance optimization, pipelines might not be as efficient as they could be. This can lead to increased processing times and resource usage.</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Risk of Errors and Bugs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development can introduce more opportunities for errors and bugs to creep into integration projects. This can lead to data integrity issues and negatively impact the reliability of data across the organisation</a:t>
            </a:r>
            <a:endParaRPr>
              <a:solidFill>
                <a:schemeClr val="dk1"/>
              </a:solidFill>
            </a:endParaRPr>
          </a:p>
          <a:p>
            <a:pPr indent="0" lvl="0" marL="457200" rtl="0" algn="l">
              <a:lnSpc>
                <a:spcPct val="100000"/>
              </a:lnSpc>
              <a:spcBef>
                <a:spcPts val="1200"/>
              </a:spcBef>
              <a:spcAft>
                <a:spcPts val="0"/>
              </a:spcAft>
              <a:buSzPts val="1100"/>
              <a:buNone/>
            </a:pPr>
            <a:r>
              <a:t/>
            </a:r>
            <a:endParaRPr sz="1300">
              <a:solidFill>
                <a:schemeClr val="dk1"/>
              </a:solidFill>
            </a:endParaRPr>
          </a:p>
        </p:txBody>
      </p:sp>
      <p:sp>
        <p:nvSpPr>
          <p:cNvPr id="810" name="Google Shape;810;g3d088728187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d088728187_0_37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b="1" lang="en">
                <a:solidFill>
                  <a:schemeClr val="dk1"/>
                </a:solidFill>
              </a:rPr>
              <a:t>Inefficiency</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SnapLogic developers may look to reinvent the wheel for every integration use case they build. This leads to redundancy and can waste time and effort, resulting in a slower development process and creates unnecessary bloat within a customers deployment of SnapLogic leading to code duplication and decreased productivity.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Lack of Consistency &amp; Decreased Collaboration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structures and designs can make it challenging for team members to understand and maintain each other's work. This lack of uniformity can lead to confusion and errors which can hinder collaboration among team members. Developers might struggle to understand each other's work or work together effectively on shared projects.</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Difficulty in Scaling</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As the complexity of data integration tasks increases, scaling becomes more challenging without a standardized approach. A lack of patterns can hinder the ability to scale large integration project effectively &amp; efficiently.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Maintenance Burden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patterns, pipelines may become harder to maintain over time. When updates or modifications are needed, the absence of a consistent approach can make the process more error-prone and time-consuming.</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Learning Curve for New Developers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Onboarding new team members becomes more challenging when there are no established &amp; documented patterns to follow. The absence of clear guidelines can make it difficult for newcomers to grasp the best practices and design principles used in the organization.</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Reduced Performance and Optimization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for performance optimization, pipelines might not be as efficient as they could be. This can lead to increased processing times and resource usage.</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Risk of Errors and Bugs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development can introduce more opportunities for errors and bugs to creep into integration projects. This can lead to data integrity issues and negatively impact the reliability of data across the organisation</a:t>
            </a:r>
            <a:endParaRPr>
              <a:solidFill>
                <a:schemeClr val="dk1"/>
              </a:solidFill>
            </a:endParaRPr>
          </a:p>
          <a:p>
            <a:pPr indent="0" lvl="0" marL="457200" rtl="0" algn="l">
              <a:lnSpc>
                <a:spcPct val="100000"/>
              </a:lnSpc>
              <a:spcBef>
                <a:spcPts val="1200"/>
              </a:spcBef>
              <a:spcAft>
                <a:spcPts val="0"/>
              </a:spcAft>
              <a:buSzPts val="1100"/>
              <a:buNone/>
            </a:pPr>
            <a:r>
              <a:t/>
            </a:r>
            <a:endParaRPr sz="1300">
              <a:solidFill>
                <a:schemeClr val="dk1"/>
              </a:solidFill>
            </a:endParaRPr>
          </a:p>
        </p:txBody>
      </p:sp>
      <p:sp>
        <p:nvSpPr>
          <p:cNvPr id="819" name="Google Shape;819;g3d088728187_0_3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d088728187_0_166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b="1" lang="en">
                <a:solidFill>
                  <a:schemeClr val="dk1"/>
                </a:solidFill>
              </a:rPr>
              <a:t>Inefficiency</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SnapLogic developers may look to reinvent the wheel for every integration use case they build. This leads to redundancy and can waste time and effort, resulting in a slower development process and creates unnecessary bloat within a customers deployment of SnapLogic leading to code duplication and decreased productivity.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Lack of Consistency &amp; Decreased Collaboration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structures and designs can make it challenging for team members to understand and maintain each other's work. This lack of uniformity can lead to confusion and errors which can hinder collaboration among team members. Developers might struggle to understand each other's work or work together effectively on shared projects.</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Difficulty in Scaling</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As the complexity of data integration tasks increases, scaling becomes more challenging without a standardized approach. A lack of patterns can hinder the ability to scale large integration project effectively &amp; efficiently.</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Maintenance Burden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patterns, pipelines may become harder to maintain over time. When updates or modifications are needed, the absence of a consistent approach can make the process more error-prone and time-consuming.</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Higher Learning Curve for New Developers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Onboarding new team members becomes more challenging when there are no established &amp; documented patterns to follow. The absence of clear guidelines can make it difficult for newcomers to grasp the best practices and design principles used in the organization.</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Reduced Performance and Optimization</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Without predefined patterns for performance optimization, pipelines might not be as efficient as they could be. This can lead to increased processing times and resource usage.</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a:solidFill>
                  <a:schemeClr val="dk1"/>
                </a:solidFill>
              </a:rPr>
              <a:t>Risk of Errors and Bugs</a:t>
            </a:r>
            <a:endParaRPr b="1">
              <a:solidFill>
                <a:schemeClr val="dk1"/>
              </a:solidFill>
            </a:endParaRPr>
          </a:p>
          <a:p>
            <a:pPr indent="-311150" lvl="0" marL="457200" rtl="0" algn="l">
              <a:lnSpc>
                <a:spcPct val="115000"/>
              </a:lnSpc>
              <a:spcBef>
                <a:spcPts val="1200"/>
              </a:spcBef>
              <a:spcAft>
                <a:spcPts val="0"/>
              </a:spcAft>
              <a:buClr>
                <a:schemeClr val="dk1"/>
              </a:buClr>
              <a:buSzPts val="1300"/>
              <a:buChar char="●"/>
            </a:pPr>
            <a:r>
              <a:rPr lang="en">
                <a:solidFill>
                  <a:schemeClr val="dk1"/>
                </a:solidFill>
              </a:rPr>
              <a:t>Inconsistent pipeline development can introduce more opportunities for errors and bugs to creep into integration projects. This can lead to data integrity issues and negatively impact the reliability of data across the organisation</a:t>
            </a:r>
            <a:endParaRPr>
              <a:solidFill>
                <a:schemeClr val="dk1"/>
              </a:solidFill>
            </a:endParaRPr>
          </a:p>
          <a:p>
            <a:pPr indent="0" lvl="0" marL="457200" rtl="0" algn="l">
              <a:lnSpc>
                <a:spcPct val="100000"/>
              </a:lnSpc>
              <a:spcBef>
                <a:spcPts val="1200"/>
              </a:spcBef>
              <a:spcAft>
                <a:spcPts val="0"/>
              </a:spcAft>
              <a:buSzPts val="1100"/>
              <a:buNone/>
            </a:pPr>
            <a:r>
              <a:t/>
            </a:r>
            <a:endParaRPr sz="1300">
              <a:solidFill>
                <a:schemeClr val="dk1"/>
              </a:solidFill>
            </a:endParaRPr>
          </a:p>
        </p:txBody>
      </p:sp>
      <p:sp>
        <p:nvSpPr>
          <p:cNvPr id="830" name="Google Shape;830;g3d088728187_0_16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d08872818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8" name="Google Shape;838;g3d088728187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d0887281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3" name="Google Shape;843;g3d08872818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d08872818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9" name="Google Shape;859;g3d088728187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d088728187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4" name="Google Shape;874;g3d088728187_0_1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d088728187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9" name="Google Shape;879;g3d088728187_0_1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d088728187_0_13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2" name="Google Shape;892;g3d088728187_0_13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https://cdn.elastic.snaplogic.com/sl/designer.html?v=428742#pipe_snode=646dfb65f9b6af59e3b248bc</a:t>
            </a:r>
            <a:endParaRPr/>
          </a:p>
          <a:p>
            <a:pPr indent="0" lvl="0" marL="0" rtl="0" algn="l">
              <a:lnSpc>
                <a:spcPct val="100000"/>
              </a:lnSpc>
              <a:spcBef>
                <a:spcPts val="0"/>
              </a:spcBef>
              <a:spcAft>
                <a:spcPts val="0"/>
              </a:spcAft>
              <a:buSzPts val="1100"/>
              <a:buNone/>
            </a:pPr>
            <a:r>
              <a:rPr lang="en"/>
              <a:t>https://cdn.elastic.snaplogic.com/sl/designer.html?v=428742#pipe_snode=6479a0dc4985f8429bee643b</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d088728187_0_14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4" name="Google Shape;904;g3d088728187_0_1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Error Pipeline</a:t>
            </a:r>
            <a:endParaRPr/>
          </a:p>
          <a:p>
            <a:pPr indent="0" lvl="0" marL="0" rtl="0" algn="l">
              <a:lnSpc>
                <a:spcPct val="100000"/>
              </a:lnSpc>
              <a:spcBef>
                <a:spcPts val="0"/>
              </a:spcBef>
              <a:spcAft>
                <a:spcPts val="0"/>
              </a:spcAft>
              <a:buSzPts val="1100"/>
              <a:buNone/>
            </a:pPr>
            <a:r>
              <a:rPr lang="en"/>
              <a:t>https://cdn.elastic.snaplogic.com/sl/designer.html#pipe_snode=6479a0dc4985f8429bee643b</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Producing Error Pipeline</a:t>
            </a:r>
            <a:endParaRPr/>
          </a:p>
          <a:p>
            <a:pPr indent="0" lvl="0" marL="0" rtl="0" algn="l">
              <a:lnSpc>
                <a:spcPct val="100000"/>
              </a:lnSpc>
              <a:spcBef>
                <a:spcPts val="0"/>
              </a:spcBef>
              <a:spcAft>
                <a:spcPts val="0"/>
              </a:spcAft>
              <a:buSzPts val="1100"/>
              <a:buNone/>
            </a:pPr>
            <a:r>
              <a:rPr b="0" lang="en"/>
              <a:t>https://cdn.elastic.snaplogic.com/sl/designer.html#pipe_snode=646dfb65f9b6af59e3b248bc</a:t>
            </a:r>
            <a:endParaRPr b="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d088728187_0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8" name="Google Shape;918;g3d088728187_0_7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d088728187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3" name="Google Shape;923;g3d088728187_0_7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d088728187_0_1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3" name="Google Shape;933;g3d088728187_0_16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d088728187_0_1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1" name="Google Shape;941;g3d088728187_0_16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d088728187_0_1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4" name="Google Shape;954;g3d088728187_0_16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d088728187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9" name="Google Shape;959;g3d088728187_0_1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d088728187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8" name="Google Shape;968;g3d088728187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5" name="Google Shape;97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d088728187_0_253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0" name="Google Shape;980;g3d088728187_0_2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d088728187_0_255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4" name="Google Shape;994;g3d088728187_0_25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d088728187_0_256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5" name="Google Shape;1005;g3d088728187_0_25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d088728187_0_180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Technology agnostic</a:t>
            </a:r>
            <a:endParaRPr/>
          </a:p>
        </p:txBody>
      </p:sp>
      <p:sp>
        <p:nvSpPr>
          <p:cNvPr id="1016" name="Google Shape;1016;g3d088728187_0_18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rimary">
  <p:cSld name="TITLE_2">
    <p:spTree>
      <p:nvGrpSpPr>
        <p:cNvPr id="9" name="Shape 9"/>
        <p:cNvGrpSpPr/>
        <p:nvPr/>
      </p:nvGrpSpPr>
      <p:grpSpPr>
        <a:xfrm>
          <a:off x="0" y="0"/>
          <a:ext cx="0" cy="0"/>
          <a:chOff x="0" y="0"/>
          <a:chExt cx="0" cy="0"/>
        </a:xfrm>
      </p:grpSpPr>
      <p:sp>
        <p:nvSpPr>
          <p:cNvPr id="10" name="Google Shape;10;p27"/>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1" name="Google Shape;11;p27"/>
          <p:cNvSpPr txBox="1"/>
          <p:nvPr>
            <p:ph type="ctrTitle"/>
          </p:nvPr>
        </p:nvSpPr>
        <p:spPr>
          <a:xfrm>
            <a:off x="365750" y="1043775"/>
            <a:ext cx="6489600" cy="136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400"/>
              <a:buFont typeface="Poppins Medium"/>
              <a:buNone/>
              <a:defRPr sz="3400">
                <a:solidFill>
                  <a:schemeClr val="lt1"/>
                </a:solidFill>
                <a:latin typeface="Poppins Medium"/>
                <a:ea typeface="Poppins Medium"/>
                <a:cs typeface="Poppins Medium"/>
                <a:sym typeface="Poppins Medium"/>
              </a:defRPr>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12" name="Google Shape;12;p27"/>
          <p:cNvSpPr txBox="1"/>
          <p:nvPr>
            <p:ph idx="1" type="subTitle"/>
          </p:nvPr>
        </p:nvSpPr>
        <p:spPr>
          <a:xfrm>
            <a:off x="365750" y="2409050"/>
            <a:ext cx="6489600" cy="803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accent3"/>
              </a:buClr>
              <a:buSzPts val="2000"/>
              <a:buNone/>
              <a:defRPr sz="20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7"/>
          <p:cNvPicPr preferRelativeResize="0"/>
          <p:nvPr/>
        </p:nvPicPr>
        <p:blipFill rotWithShape="1">
          <a:blip r:embed="rId2">
            <a:alphaModFix/>
          </a:blip>
          <a:srcRect b="0" l="0" r="0" t="0"/>
          <a:stretch/>
        </p:blipFill>
        <p:spPr>
          <a:xfrm>
            <a:off x="401025" y="142876"/>
            <a:ext cx="2157327" cy="634126"/>
          </a:xfrm>
          <a:prstGeom prst="rect">
            <a:avLst/>
          </a:prstGeom>
          <a:noFill/>
          <a:ln>
            <a:noFill/>
          </a:ln>
        </p:spPr>
      </p:pic>
      <p:sp>
        <p:nvSpPr>
          <p:cNvPr id="14" name="Google Shape;14;p27"/>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5" name="Google Shape;15;p27"/>
          <p:cNvPicPr preferRelativeResize="0"/>
          <p:nvPr/>
        </p:nvPicPr>
        <p:blipFill rotWithShape="1">
          <a:blip r:embed="rId3">
            <a:alphaModFix amt="16000"/>
          </a:blip>
          <a:srcRect b="13028" l="0" r="19555" t="0"/>
          <a:stretch/>
        </p:blipFill>
        <p:spPr>
          <a:xfrm>
            <a:off x="7444050" y="2739925"/>
            <a:ext cx="1705799" cy="2413476"/>
          </a:xfrm>
          <a:prstGeom prst="rect">
            <a:avLst/>
          </a:prstGeom>
          <a:noFill/>
          <a:ln>
            <a:noFill/>
          </a:ln>
        </p:spPr>
      </p:pic>
      <p:pic>
        <p:nvPicPr>
          <p:cNvPr id="16" name="Google Shape;16;p27"/>
          <p:cNvPicPr preferRelativeResize="0"/>
          <p:nvPr/>
        </p:nvPicPr>
        <p:blipFill rotWithShape="1">
          <a:blip r:embed="rId3">
            <a:alphaModFix amt="67000"/>
          </a:blip>
          <a:srcRect b="0" l="0" r="0" t="64358"/>
          <a:stretch/>
        </p:blipFill>
        <p:spPr>
          <a:xfrm>
            <a:off x="4490150" y="-9899"/>
            <a:ext cx="2120473" cy="989000"/>
          </a:xfrm>
          <a:prstGeom prst="rect">
            <a:avLst/>
          </a:prstGeom>
          <a:noFill/>
          <a:ln>
            <a:noFill/>
          </a:ln>
        </p:spPr>
      </p:pic>
    </p:spTree>
  </p:cSld>
  <p:clrMapOvr>
    <a:masterClrMapping/>
  </p:clrMapOvr>
  <p:extLst>
    <p:ext uri="{DCECCB84-F9BA-43D5-87BE-67443E8EF086}">
      <p15:sldGuideLst>
        <p15:guide id="1" orient="horz" pos="1029">
          <p15:clr>
            <a:srgbClr val="FA7B17"/>
          </p15:clr>
        </p15:guide>
        <p15:guide id="2" orient="horz" pos="3041">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w/ pattern 1">
  <p:cSld name="1_Basic Slide without pattern">
    <p:spTree>
      <p:nvGrpSpPr>
        <p:cNvPr id="17" name="Shape 17"/>
        <p:cNvGrpSpPr/>
        <p:nvPr/>
      </p:nvGrpSpPr>
      <p:grpSpPr>
        <a:xfrm>
          <a:off x="0" y="0"/>
          <a:ext cx="0" cy="0"/>
          <a:chOff x="0" y="0"/>
          <a:chExt cx="0" cy="0"/>
        </a:xfrm>
      </p:grpSpPr>
      <p:sp>
        <p:nvSpPr>
          <p:cNvPr id="18" name="Google Shape;18;p28"/>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9" name="Google Shape;19;p28"/>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20" name="Google Shape;20;p28"/>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21" name="Google Shape;21;p28"/>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22" name="Google Shape;22;p28"/>
          <p:cNvSpPr txBox="1"/>
          <p:nvPr>
            <p:ph idx="1"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23" name="Google Shape;23;p28"/>
          <p:cNvSpPr txBox="1"/>
          <p:nvPr>
            <p:ph idx="2" type="body"/>
          </p:nvPr>
        </p:nvSpPr>
        <p:spPr>
          <a:xfrm>
            <a:off x="159300" y="1152475"/>
            <a:ext cx="8778300" cy="3657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dk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9pPr>
          </a:lstStyle>
          <a:p/>
        </p:txBody>
      </p:sp>
      <p:sp>
        <p:nvSpPr>
          <p:cNvPr id="24" name="Google Shape;24;p28"/>
          <p:cNvSpPr txBox="1"/>
          <p:nvPr/>
        </p:nvSpPr>
        <p:spPr>
          <a:xfrm>
            <a:off x="247426" y="598860"/>
            <a:ext cx="4711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Roboto"/>
              <a:ea typeface="Roboto"/>
              <a:cs typeface="Roboto"/>
              <a:sym typeface="Roboto"/>
            </a:endParaRPr>
          </a:p>
        </p:txBody>
      </p:sp>
    </p:spTree>
  </p:cSld>
  <p:clrMapOvr>
    <a:masterClrMapping/>
  </p:clrMapOvr>
  <p:extLst>
    <p:ext uri="{DCECCB84-F9BA-43D5-87BE-67443E8EF086}">
      <p15:sldGuideLst>
        <p15:guide id="1" pos="28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MAIN_POINT">
    <p:spTree>
      <p:nvGrpSpPr>
        <p:cNvPr id="25" name="Shape 25"/>
        <p:cNvGrpSpPr/>
        <p:nvPr/>
      </p:nvGrpSpPr>
      <p:grpSpPr>
        <a:xfrm>
          <a:off x="0" y="0"/>
          <a:ext cx="0" cy="0"/>
          <a:chOff x="0" y="0"/>
          <a:chExt cx="0" cy="0"/>
        </a:xfrm>
      </p:grpSpPr>
      <p:sp>
        <p:nvSpPr>
          <p:cNvPr id="26" name="Google Shape;26;p32"/>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7" name="Google Shape;27;p32"/>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Font typeface="Poppins Medium"/>
              <a:buNone/>
              <a:defRPr b="0" sz="36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pic>
        <p:nvPicPr>
          <p:cNvPr id="28" name="Google Shape;28;p32"/>
          <p:cNvPicPr preferRelativeResize="0"/>
          <p:nvPr/>
        </p:nvPicPr>
        <p:blipFill rotWithShape="1">
          <a:blip r:embed="rId2">
            <a:alphaModFix/>
          </a:blip>
          <a:srcRect b="0" l="0" r="0" t="0"/>
          <a:stretch/>
        </p:blipFill>
        <p:spPr>
          <a:xfrm>
            <a:off x="3360550" y="4034579"/>
            <a:ext cx="2422912" cy="712201"/>
          </a:xfrm>
          <a:prstGeom prst="rect">
            <a:avLst/>
          </a:prstGeom>
          <a:noFill/>
          <a:ln>
            <a:noFill/>
          </a:ln>
        </p:spPr>
      </p:pic>
      <p:pic>
        <p:nvPicPr>
          <p:cNvPr id="29" name="Google Shape;29;p32"/>
          <p:cNvPicPr preferRelativeResize="0"/>
          <p:nvPr/>
        </p:nvPicPr>
        <p:blipFill rotWithShape="1">
          <a:blip r:embed="rId3">
            <a:alphaModFix amt="16000"/>
          </a:blip>
          <a:srcRect b="13028" l="0" r="19555" t="0"/>
          <a:stretch/>
        </p:blipFill>
        <p:spPr>
          <a:xfrm>
            <a:off x="7444050" y="2739925"/>
            <a:ext cx="1705799" cy="2413476"/>
          </a:xfrm>
          <a:prstGeom prst="rect">
            <a:avLst/>
          </a:prstGeom>
          <a:noFill/>
          <a:ln>
            <a:noFill/>
          </a:ln>
        </p:spPr>
      </p:pic>
      <p:pic>
        <p:nvPicPr>
          <p:cNvPr id="30" name="Google Shape;30;p32"/>
          <p:cNvPicPr preferRelativeResize="0"/>
          <p:nvPr/>
        </p:nvPicPr>
        <p:blipFill rotWithShape="1">
          <a:blip r:embed="rId3">
            <a:alphaModFix amt="41000"/>
          </a:blip>
          <a:srcRect b="-1845" l="41870" r="0" t="34477"/>
          <a:stretch/>
        </p:blipFill>
        <p:spPr>
          <a:xfrm>
            <a:off x="0" y="-9900"/>
            <a:ext cx="1232676" cy="186945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gram">
  <p:cSld name="2_Diagram">
    <p:spTree>
      <p:nvGrpSpPr>
        <p:cNvPr id="31" name="Shape 31"/>
        <p:cNvGrpSpPr/>
        <p:nvPr/>
      </p:nvGrpSpPr>
      <p:grpSpPr>
        <a:xfrm>
          <a:off x="0" y="0"/>
          <a:ext cx="0" cy="0"/>
          <a:chOff x="0" y="0"/>
          <a:chExt cx="0" cy="0"/>
        </a:xfrm>
      </p:grpSpPr>
      <p:sp>
        <p:nvSpPr>
          <p:cNvPr id="32" name="Google Shape;32;p49"/>
          <p:cNvSpPr/>
          <p:nvPr/>
        </p:nvSpPr>
        <p:spPr>
          <a:xfrm>
            <a:off x="7260336" y="0"/>
            <a:ext cx="18837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entury Gothic"/>
              <a:ea typeface="Century Gothic"/>
              <a:cs typeface="Century Gothic"/>
              <a:sym typeface="Century Gothic"/>
            </a:endParaRPr>
          </a:p>
        </p:txBody>
      </p:sp>
      <p:sp>
        <p:nvSpPr>
          <p:cNvPr id="33" name="Google Shape;33;p49"/>
          <p:cNvSpPr txBox="1"/>
          <p:nvPr>
            <p:ph idx="1" type="body"/>
          </p:nvPr>
        </p:nvSpPr>
        <p:spPr>
          <a:xfrm>
            <a:off x="423549" y="667321"/>
            <a:ext cx="8387100" cy="346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 name="Google Shape;34;p49"/>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49"/>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6" name="Google Shape;36;p49"/>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31">
          <p15:clr>
            <a:srgbClr val="FBAE40"/>
          </p15:clr>
        </p15:guide>
        <p15:guide id="2" pos="292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Map">
    <p:spTree>
      <p:nvGrpSpPr>
        <p:cNvPr id="37" name="Shape 37"/>
        <p:cNvGrpSpPr/>
        <p:nvPr/>
      </p:nvGrpSpPr>
      <p:grpSpPr>
        <a:xfrm>
          <a:off x="0" y="0"/>
          <a:ext cx="0" cy="0"/>
          <a:chOff x="0" y="0"/>
          <a:chExt cx="0" cy="0"/>
        </a:xfrm>
      </p:grpSpPr>
      <p:sp>
        <p:nvSpPr>
          <p:cNvPr id="38" name="Google Shape;38;p29"/>
          <p:cNvSpPr txBox="1"/>
          <p:nvPr>
            <p:ph idx="1" type="body"/>
          </p:nvPr>
        </p:nvSpPr>
        <p:spPr>
          <a:xfrm>
            <a:off x="423549" y="667321"/>
            <a:ext cx="8387100" cy="346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 name="Google Shape;39;p29"/>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0" name="Google Shape;40;p29"/>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1" name="Google Shape;41;p29"/>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31">
          <p15:clr>
            <a:srgbClr val="FBAE40"/>
          </p15:clr>
        </p15:guide>
        <p15:guide id="2" pos="292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Data">
  <p:cSld name="TITLE_2_1">
    <p:spTree>
      <p:nvGrpSpPr>
        <p:cNvPr id="42" name="Shape 42"/>
        <p:cNvGrpSpPr/>
        <p:nvPr/>
      </p:nvGrpSpPr>
      <p:grpSpPr>
        <a:xfrm>
          <a:off x="0" y="0"/>
          <a:ext cx="0" cy="0"/>
          <a:chOff x="0" y="0"/>
          <a:chExt cx="0" cy="0"/>
        </a:xfrm>
      </p:grpSpPr>
      <p:sp>
        <p:nvSpPr>
          <p:cNvPr id="43" name="Google Shape;43;p35"/>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44" name="Google Shape;44;p35"/>
          <p:cNvPicPr preferRelativeResize="0"/>
          <p:nvPr/>
        </p:nvPicPr>
        <p:blipFill rotWithShape="1">
          <a:blip r:embed="rId2">
            <a:alphaModFix/>
          </a:blip>
          <a:srcRect b="0" l="0" r="0" t="0"/>
          <a:stretch/>
        </p:blipFill>
        <p:spPr>
          <a:xfrm>
            <a:off x="1670624" y="-9900"/>
            <a:ext cx="7735521" cy="5163299"/>
          </a:xfrm>
          <a:prstGeom prst="rect">
            <a:avLst/>
          </a:prstGeom>
          <a:noFill/>
          <a:ln>
            <a:noFill/>
          </a:ln>
        </p:spPr>
      </p:pic>
      <p:pic>
        <p:nvPicPr>
          <p:cNvPr id="45" name="Google Shape;45;p35"/>
          <p:cNvPicPr preferRelativeResize="0"/>
          <p:nvPr/>
        </p:nvPicPr>
        <p:blipFill rotWithShape="1">
          <a:blip r:embed="rId3">
            <a:alphaModFix/>
          </a:blip>
          <a:srcRect b="0" l="0" r="0" t="0"/>
          <a:stretch/>
        </p:blipFill>
        <p:spPr>
          <a:xfrm>
            <a:off x="401025" y="142876"/>
            <a:ext cx="2157327" cy="634126"/>
          </a:xfrm>
          <a:prstGeom prst="rect">
            <a:avLst/>
          </a:prstGeom>
          <a:noFill/>
          <a:ln>
            <a:noFill/>
          </a:ln>
        </p:spPr>
      </p:pic>
      <p:sp>
        <p:nvSpPr>
          <p:cNvPr id="46" name="Google Shape;46;p35"/>
          <p:cNvSpPr txBox="1"/>
          <p:nvPr>
            <p:ph type="ctrTitle"/>
          </p:nvPr>
        </p:nvSpPr>
        <p:spPr>
          <a:xfrm>
            <a:off x="365750" y="1043775"/>
            <a:ext cx="6489600" cy="136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400"/>
              <a:buFont typeface="Poppins Medium"/>
              <a:buNone/>
              <a:defRPr sz="3400">
                <a:solidFill>
                  <a:schemeClr val="lt1"/>
                </a:solidFill>
                <a:latin typeface="Poppins Medium"/>
                <a:ea typeface="Poppins Medium"/>
                <a:cs typeface="Poppins Medium"/>
                <a:sym typeface="Poppins Medium"/>
              </a:defRPr>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47" name="Google Shape;47;p35"/>
          <p:cNvSpPr txBox="1"/>
          <p:nvPr>
            <p:ph idx="1" type="subTitle"/>
          </p:nvPr>
        </p:nvSpPr>
        <p:spPr>
          <a:xfrm>
            <a:off x="365750" y="2409050"/>
            <a:ext cx="6489600" cy="803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accent3"/>
              </a:buClr>
              <a:buSzPts val="2000"/>
              <a:buNone/>
              <a:defRPr sz="20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8" name="Google Shape;48;p35"/>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extLst>
    <p:ext uri="{DCECCB84-F9BA-43D5-87BE-67443E8EF086}">
      <p15:sldGuideLst>
        <p15:guide id="1" orient="horz" pos="1029">
          <p15:clr>
            <a:srgbClr val="FA7B17"/>
          </p15:clr>
        </p15:guide>
        <p15:guide id="2" orient="horz" pos="3041">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type="secHead">
  <p:cSld name="SECTION_HEADER">
    <p:spTree>
      <p:nvGrpSpPr>
        <p:cNvPr id="49" name="Shape 49"/>
        <p:cNvGrpSpPr/>
        <p:nvPr/>
      </p:nvGrpSpPr>
      <p:grpSpPr>
        <a:xfrm>
          <a:off x="0" y="0"/>
          <a:ext cx="0" cy="0"/>
          <a:chOff x="0" y="0"/>
          <a:chExt cx="0" cy="0"/>
        </a:xfrm>
      </p:grpSpPr>
      <p:sp>
        <p:nvSpPr>
          <p:cNvPr id="50" name="Google Shape;50;p36"/>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1" name="Google Shape;51;p36"/>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2" name="Google Shape;52;p36"/>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53" name="Google Shape;53;p36"/>
          <p:cNvSpPr txBox="1"/>
          <p:nvPr>
            <p:ph idx="1"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54" name="Google Shape;54;p36"/>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55" name="Google Shape;55;p36"/>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pos="288">
          <p15:clr>
            <a:srgbClr val="FA7B17"/>
          </p15:clr>
        </p15:guide>
        <p15:guide id="2" pos="5184">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w/ pattern">
  <p:cSld name="SECTION_HEADER_5">
    <p:spTree>
      <p:nvGrpSpPr>
        <p:cNvPr id="56" name="Shape 56"/>
        <p:cNvGrpSpPr/>
        <p:nvPr/>
      </p:nvGrpSpPr>
      <p:grpSpPr>
        <a:xfrm>
          <a:off x="0" y="0"/>
          <a:ext cx="0" cy="0"/>
          <a:chOff x="0" y="0"/>
          <a:chExt cx="0" cy="0"/>
        </a:xfrm>
      </p:grpSpPr>
      <p:sp>
        <p:nvSpPr>
          <p:cNvPr id="57" name="Google Shape;57;p37"/>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8" name="Google Shape;58;p37"/>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pic>
        <p:nvPicPr>
          <p:cNvPr id="59" name="Google Shape;59;p37"/>
          <p:cNvPicPr preferRelativeResize="0"/>
          <p:nvPr/>
        </p:nvPicPr>
        <p:blipFill rotWithShape="1">
          <a:blip r:embed="rId2">
            <a:alphaModFix amt="16000"/>
          </a:blip>
          <a:srcRect b="0" l="0" r="19555" t="0"/>
          <a:stretch/>
        </p:blipFill>
        <p:spPr>
          <a:xfrm>
            <a:off x="8151475" y="3181575"/>
            <a:ext cx="998376" cy="1624177"/>
          </a:xfrm>
          <a:prstGeom prst="rect">
            <a:avLst/>
          </a:prstGeom>
          <a:noFill/>
          <a:ln>
            <a:noFill/>
          </a:ln>
        </p:spPr>
      </p:pic>
      <p:pic>
        <p:nvPicPr>
          <p:cNvPr id="60" name="Google Shape;60;p37"/>
          <p:cNvPicPr preferRelativeResize="0"/>
          <p:nvPr/>
        </p:nvPicPr>
        <p:blipFill rotWithShape="1">
          <a:blip r:embed="rId2">
            <a:alphaModFix amt="16000"/>
          </a:blip>
          <a:srcRect b="0" l="0" r="-8835" t="41782"/>
          <a:stretch/>
        </p:blipFill>
        <p:spPr>
          <a:xfrm>
            <a:off x="5948075" y="0"/>
            <a:ext cx="1350701" cy="945551"/>
          </a:xfrm>
          <a:prstGeom prst="rect">
            <a:avLst/>
          </a:prstGeom>
          <a:noFill/>
          <a:ln>
            <a:noFill/>
          </a:ln>
        </p:spPr>
      </p:pic>
      <p:sp>
        <p:nvSpPr>
          <p:cNvPr id="61" name="Google Shape;61;p37"/>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62" name="Google Shape;62;p37"/>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63" name="Google Shape;63;p37"/>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64" name="Google Shape;64;p37"/>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SECTION_HEADER_4">
    <p:spTree>
      <p:nvGrpSpPr>
        <p:cNvPr id="65" name="Shape 65"/>
        <p:cNvGrpSpPr/>
        <p:nvPr/>
      </p:nvGrpSpPr>
      <p:grpSpPr>
        <a:xfrm>
          <a:off x="0" y="0"/>
          <a:ext cx="0" cy="0"/>
          <a:chOff x="0" y="0"/>
          <a:chExt cx="0" cy="0"/>
        </a:xfrm>
      </p:grpSpPr>
      <p:sp>
        <p:nvSpPr>
          <p:cNvPr id="66" name="Google Shape;66;p38"/>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7" name="Google Shape;67;p38"/>
          <p:cNvSpPr/>
          <p:nvPr/>
        </p:nvSpPr>
        <p:spPr>
          <a:xfrm>
            <a:off x="8472500" y="0"/>
            <a:ext cx="677400" cy="63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8"/>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69" name="Google Shape;69;p38"/>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70" name="Google Shape;70;p38"/>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tone">
  <p:cSld name="SECTION_HEADER_3">
    <p:spTree>
      <p:nvGrpSpPr>
        <p:cNvPr id="71" name="Shape 71"/>
        <p:cNvGrpSpPr/>
        <p:nvPr/>
      </p:nvGrpSpPr>
      <p:grpSpPr>
        <a:xfrm>
          <a:off x="0" y="0"/>
          <a:ext cx="0" cy="0"/>
          <a:chOff x="0" y="0"/>
          <a:chExt cx="0" cy="0"/>
        </a:xfrm>
      </p:grpSpPr>
      <p:sp>
        <p:nvSpPr>
          <p:cNvPr id="72" name="Google Shape;72;p39"/>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73" name="Google Shape;73;p39"/>
          <p:cNvSpPr/>
          <p:nvPr/>
        </p:nvSpPr>
        <p:spPr>
          <a:xfrm flipH="1" rot="-5400000">
            <a:off x="4450050" y="441600"/>
            <a:ext cx="5153400" cy="4250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74" name="Google Shape;74;p39"/>
          <p:cNvSpPr/>
          <p:nvPr/>
        </p:nvSpPr>
        <p:spPr>
          <a:xfrm flipH="1" rot="-5400000">
            <a:off x="4435650" y="429300"/>
            <a:ext cx="2727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pic>
        <p:nvPicPr>
          <p:cNvPr id="75" name="Google Shape;75;p39"/>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76" name="Google Shape;76;p39"/>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77" name="Google Shape;77;p39"/>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78" name="Google Shape;78;p39"/>
          <p:cNvSpPr txBox="1"/>
          <p:nvPr>
            <p:ph type="title"/>
          </p:nvPr>
        </p:nvSpPr>
        <p:spPr>
          <a:xfrm>
            <a:off x="163600" y="91450"/>
            <a:ext cx="4535700" cy="6084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79" name="Google Shape;79;p39"/>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Desktop">
  <p:cSld name="SECTION_HEADER_2">
    <p:spTree>
      <p:nvGrpSpPr>
        <p:cNvPr id="80" name="Shape 80"/>
        <p:cNvGrpSpPr/>
        <p:nvPr/>
      </p:nvGrpSpPr>
      <p:grpSpPr>
        <a:xfrm>
          <a:off x="0" y="0"/>
          <a:ext cx="0" cy="0"/>
          <a:chOff x="0" y="0"/>
          <a:chExt cx="0" cy="0"/>
        </a:xfrm>
      </p:grpSpPr>
      <p:sp>
        <p:nvSpPr>
          <p:cNvPr id="81" name="Google Shape;81;p40"/>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82" name="Google Shape;82;p40"/>
          <p:cNvSpPr/>
          <p:nvPr>
            <p:ph idx="2" type="pic"/>
          </p:nvPr>
        </p:nvSpPr>
        <p:spPr>
          <a:xfrm>
            <a:off x="4359225" y="890650"/>
            <a:ext cx="4542300" cy="2577900"/>
          </a:xfrm>
          <a:prstGeom prst="rect">
            <a:avLst/>
          </a:prstGeom>
          <a:noFill/>
          <a:ln>
            <a:noFill/>
          </a:ln>
        </p:spPr>
      </p:sp>
      <p:sp>
        <p:nvSpPr>
          <p:cNvPr id="83" name="Google Shape;83;p40"/>
          <p:cNvSpPr/>
          <p:nvPr/>
        </p:nvSpPr>
        <p:spPr>
          <a:xfrm>
            <a:off x="5477555" y="1014548"/>
            <a:ext cx="3975000" cy="2253900"/>
          </a:xfrm>
          <a:prstGeom prst="rect">
            <a:avLst/>
          </a:prstGeom>
          <a:noFill/>
          <a:ln>
            <a:noFill/>
          </a:ln>
        </p:spPr>
        <p:txBody>
          <a:bodyPr anchorCtr="0" anchor="ctr" bIns="45700" lIns="0" spcFirstLastPara="1" rIns="0" wrap="square" tIns="45700">
            <a:noAutofit/>
          </a:bodyPr>
          <a:lstStyle/>
          <a:p>
            <a:pPr indent="0" lvl="0" marL="0" marR="0" rtl="0" algn="ctr">
              <a:lnSpc>
                <a:spcPct val="90000"/>
              </a:lnSpc>
              <a:spcBef>
                <a:spcPts val="1000"/>
              </a:spcBef>
              <a:spcAft>
                <a:spcPts val="0"/>
              </a:spcAft>
              <a:buClr>
                <a:srgbClr val="000000"/>
              </a:buClr>
              <a:buSzPts val="2100"/>
              <a:buFont typeface="Arial"/>
              <a:buNone/>
            </a:pPr>
            <a:r>
              <a:t/>
            </a:r>
            <a:endParaRPr b="1" i="0" sz="2100" u="none" cap="none" strike="noStrike">
              <a:solidFill>
                <a:srgbClr val="182852"/>
              </a:solidFill>
              <a:latin typeface="Century Gothic"/>
              <a:ea typeface="Century Gothic"/>
              <a:cs typeface="Century Gothic"/>
              <a:sym typeface="Century Gothic"/>
            </a:endParaRPr>
          </a:p>
        </p:txBody>
      </p:sp>
      <p:pic>
        <p:nvPicPr>
          <p:cNvPr id="84" name="Google Shape;84;p40"/>
          <p:cNvPicPr preferRelativeResize="0"/>
          <p:nvPr/>
        </p:nvPicPr>
        <p:blipFill rotWithShape="1">
          <a:blip r:embed="rId2">
            <a:alphaModFix/>
          </a:blip>
          <a:srcRect b="0" l="0" r="0" t="0"/>
          <a:stretch/>
        </p:blipFill>
        <p:spPr>
          <a:xfrm>
            <a:off x="4037925" y="-120375"/>
            <a:ext cx="5171748" cy="4613691"/>
          </a:xfrm>
          <a:prstGeom prst="rect">
            <a:avLst/>
          </a:prstGeom>
          <a:noFill/>
          <a:ln>
            <a:noFill/>
          </a:ln>
        </p:spPr>
      </p:pic>
      <p:sp>
        <p:nvSpPr>
          <p:cNvPr id="85" name="Google Shape;85;p40"/>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86" name="Google Shape;86;p40"/>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87" name="Google Shape;87;p40"/>
          <p:cNvSpPr txBox="1"/>
          <p:nvPr>
            <p:ph idx="3"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88" name="Google Shape;88;p40"/>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orient="horz" pos="598">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Laptop">
  <p:cSld name="SECTION_HEADER_2_1">
    <p:spTree>
      <p:nvGrpSpPr>
        <p:cNvPr id="89" name="Shape 89"/>
        <p:cNvGrpSpPr/>
        <p:nvPr/>
      </p:nvGrpSpPr>
      <p:grpSpPr>
        <a:xfrm>
          <a:off x="0" y="0"/>
          <a:ext cx="0" cy="0"/>
          <a:chOff x="0" y="0"/>
          <a:chExt cx="0" cy="0"/>
        </a:xfrm>
      </p:grpSpPr>
      <p:sp>
        <p:nvSpPr>
          <p:cNvPr id="90" name="Google Shape;90;p41"/>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91" name="Google Shape;91;p41"/>
          <p:cNvSpPr/>
          <p:nvPr>
            <p:ph idx="2" type="pic"/>
          </p:nvPr>
        </p:nvSpPr>
        <p:spPr>
          <a:xfrm>
            <a:off x="4448300" y="868825"/>
            <a:ext cx="4517700" cy="2865000"/>
          </a:xfrm>
          <a:prstGeom prst="rect">
            <a:avLst/>
          </a:prstGeom>
          <a:noFill/>
          <a:ln>
            <a:noFill/>
          </a:ln>
        </p:spPr>
      </p:sp>
      <p:pic>
        <p:nvPicPr>
          <p:cNvPr id="92" name="Google Shape;92;p41"/>
          <p:cNvPicPr preferRelativeResize="0"/>
          <p:nvPr/>
        </p:nvPicPr>
        <p:blipFill rotWithShape="1">
          <a:blip r:embed="rId2">
            <a:alphaModFix/>
          </a:blip>
          <a:srcRect b="0" l="0" r="0" t="0"/>
          <a:stretch/>
        </p:blipFill>
        <p:spPr>
          <a:xfrm>
            <a:off x="3615075" y="393100"/>
            <a:ext cx="6173850" cy="3816449"/>
          </a:xfrm>
          <a:prstGeom prst="rect">
            <a:avLst/>
          </a:prstGeom>
          <a:noFill/>
          <a:ln>
            <a:noFill/>
          </a:ln>
        </p:spPr>
      </p:pic>
      <p:sp>
        <p:nvSpPr>
          <p:cNvPr id="93" name="Google Shape;93;p41"/>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94" name="Google Shape;94;p41"/>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95" name="Google Shape;95;p41"/>
          <p:cNvSpPr txBox="1"/>
          <p:nvPr>
            <p:ph idx="3"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96" name="Google Shape;96;p41"/>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orient="horz" pos="576">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 Half Gradient">
  <p:cSld name="SECTION_HEADER_1">
    <p:spTree>
      <p:nvGrpSpPr>
        <p:cNvPr id="97" name="Shape 97"/>
        <p:cNvGrpSpPr/>
        <p:nvPr/>
      </p:nvGrpSpPr>
      <p:grpSpPr>
        <a:xfrm>
          <a:off x="0" y="0"/>
          <a:ext cx="0" cy="0"/>
          <a:chOff x="0" y="0"/>
          <a:chExt cx="0" cy="0"/>
        </a:xfrm>
      </p:grpSpPr>
      <p:sp>
        <p:nvSpPr>
          <p:cNvPr id="98" name="Google Shape;98;p42"/>
          <p:cNvSpPr/>
          <p:nvPr/>
        </p:nvSpPr>
        <p:spPr>
          <a:xfrm flipH="1" rot="-5400000">
            <a:off x="4435650" y="429300"/>
            <a:ext cx="272700" cy="9155700"/>
          </a:xfrm>
          <a:prstGeom prst="rect">
            <a:avLst/>
          </a:prstGeom>
          <a:gradFill>
            <a:gsLst>
              <a:gs pos="0">
                <a:srgbClr val="EFEFEF"/>
              </a:gs>
              <a:gs pos="100000">
                <a:schemeClr val="lt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99" name="Google Shape;99;p42"/>
          <p:cNvSpPr/>
          <p:nvPr/>
        </p:nvSpPr>
        <p:spPr>
          <a:xfrm flipH="1" rot="-5400000">
            <a:off x="3226625" y="-3250050"/>
            <a:ext cx="2684700" cy="91692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100" name="Google Shape;100;p42"/>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101" name="Google Shape;101;p42"/>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102" name="Google Shape;102;p42"/>
          <p:cNvSpPr txBox="1"/>
          <p:nvPr>
            <p:ph idx="1"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103" name="Google Shape;103;p42"/>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104" name="Google Shape;104;p42"/>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a:solidFill>
                  <a:schemeClr val="lt1"/>
                </a:solidFill>
              </a:defRPr>
            </a:lvl1pPr>
            <a:lvl2pPr lvl="1"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 type="tx">
  <p:cSld name="TITLE_AND_BODY">
    <p:spTree>
      <p:nvGrpSpPr>
        <p:cNvPr id="105" name="Shape 105"/>
        <p:cNvGrpSpPr/>
        <p:nvPr/>
      </p:nvGrpSpPr>
      <p:grpSpPr>
        <a:xfrm>
          <a:off x="0" y="0"/>
          <a:ext cx="0" cy="0"/>
          <a:chOff x="0" y="0"/>
          <a:chExt cx="0" cy="0"/>
        </a:xfrm>
      </p:grpSpPr>
      <p:sp>
        <p:nvSpPr>
          <p:cNvPr id="106" name="Google Shape;106;p43"/>
          <p:cNvSpPr txBox="1"/>
          <p:nvPr>
            <p:ph idx="1" type="body"/>
          </p:nvPr>
        </p:nvSpPr>
        <p:spPr>
          <a:xfrm>
            <a:off x="159300" y="1152475"/>
            <a:ext cx="8778300" cy="3657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dk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9pPr>
          </a:lstStyle>
          <a:p/>
        </p:txBody>
      </p:sp>
      <p:sp>
        <p:nvSpPr>
          <p:cNvPr id="107" name="Google Shape;107;p43"/>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108" name="Google Shape;108;p43"/>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109" name="Google Shape;109;p43"/>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110" name="Google Shape;110;p43"/>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1" name="Shape 111"/>
        <p:cNvGrpSpPr/>
        <p:nvPr/>
      </p:nvGrpSpPr>
      <p:grpSpPr>
        <a:xfrm>
          <a:off x="0" y="0"/>
          <a:ext cx="0" cy="0"/>
          <a:chOff x="0" y="0"/>
          <a:chExt cx="0" cy="0"/>
        </a:xfrm>
      </p:grpSpPr>
      <p:sp>
        <p:nvSpPr>
          <p:cNvPr id="112" name="Google Shape;112;p44"/>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13" name="Google Shape;113;p44"/>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14" name="Google Shape;114;p44"/>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lt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solidFill>
                  <a:schemeClr val="lt1"/>
                </a:solidFill>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9pPr>
          </a:lstStyle>
          <a:p/>
        </p:txBody>
      </p:sp>
      <p:pic>
        <p:nvPicPr>
          <p:cNvPr id="115" name="Google Shape;115;p44"/>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116" name="Google Shape;116;p44"/>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117" name="Google Shape;117;p44"/>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118" name="Google Shape;118;p44"/>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a:solidFill>
                  <a:schemeClr val="lt1"/>
                </a:solidFill>
              </a:defRPr>
            </a:lvl1pPr>
            <a:lvl2pPr lvl="1"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119" name="Google Shape;119;p44"/>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p:cSld name="MAIN_POINT_1">
    <p:spTree>
      <p:nvGrpSpPr>
        <p:cNvPr id="120" name="Shape 120"/>
        <p:cNvGrpSpPr/>
        <p:nvPr/>
      </p:nvGrpSpPr>
      <p:grpSpPr>
        <a:xfrm>
          <a:off x="0" y="0"/>
          <a:ext cx="0" cy="0"/>
          <a:chOff x="0" y="0"/>
          <a:chExt cx="0" cy="0"/>
        </a:xfrm>
      </p:grpSpPr>
      <p:sp>
        <p:nvSpPr>
          <p:cNvPr id="121" name="Google Shape;121;p45"/>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22" name="Google Shape;122;p45"/>
          <p:cNvSpPr txBox="1"/>
          <p:nvPr>
            <p:ph type="title"/>
          </p:nvPr>
        </p:nvSpPr>
        <p:spPr>
          <a:xfrm>
            <a:off x="372675" y="497100"/>
            <a:ext cx="7399800" cy="345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200"/>
              <a:buFont typeface="Poppins Medium"/>
              <a:buNone/>
              <a:defRPr b="0" sz="32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pic>
        <p:nvPicPr>
          <p:cNvPr id="123" name="Google Shape;123;p45"/>
          <p:cNvPicPr preferRelativeResize="0"/>
          <p:nvPr/>
        </p:nvPicPr>
        <p:blipFill rotWithShape="1">
          <a:blip r:embed="rId2">
            <a:alphaModFix/>
          </a:blip>
          <a:srcRect b="0" l="0" r="0" t="0"/>
          <a:stretch/>
        </p:blipFill>
        <p:spPr>
          <a:xfrm>
            <a:off x="159300" y="4611427"/>
            <a:ext cx="1419223" cy="417175"/>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2">
  <p:cSld name="MAIN_POINT_1_1">
    <p:spTree>
      <p:nvGrpSpPr>
        <p:cNvPr id="124" name="Shape 124"/>
        <p:cNvGrpSpPr/>
        <p:nvPr/>
      </p:nvGrpSpPr>
      <p:grpSpPr>
        <a:xfrm>
          <a:off x="0" y="0"/>
          <a:ext cx="0" cy="0"/>
          <a:chOff x="0" y="0"/>
          <a:chExt cx="0" cy="0"/>
        </a:xfrm>
      </p:grpSpPr>
      <p:sp>
        <p:nvSpPr>
          <p:cNvPr id="125" name="Google Shape;125;p46"/>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26" name="Google Shape;126;p46"/>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127" name="Google Shape;127;p46"/>
          <p:cNvPicPr preferRelativeResize="0"/>
          <p:nvPr/>
        </p:nvPicPr>
        <p:blipFill rotWithShape="1">
          <a:blip r:embed="rId2">
            <a:alphaModFix/>
          </a:blip>
          <a:srcRect b="0" l="0" r="0" t="0"/>
          <a:stretch/>
        </p:blipFill>
        <p:spPr>
          <a:xfrm>
            <a:off x="159300" y="4306627"/>
            <a:ext cx="1419223" cy="417175"/>
          </a:xfrm>
          <a:prstGeom prst="rect">
            <a:avLst/>
          </a:prstGeom>
          <a:noFill/>
          <a:ln>
            <a:noFill/>
          </a:ln>
        </p:spPr>
      </p:pic>
      <p:sp>
        <p:nvSpPr>
          <p:cNvPr id="128" name="Google Shape;128;p46"/>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129" name="Google Shape;129;p46"/>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130" name="Google Shape;130;p46"/>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131" name="Google Shape;131;p46"/>
          <p:cNvSpPr txBox="1"/>
          <p:nvPr>
            <p:ph type="title"/>
          </p:nvPr>
        </p:nvSpPr>
        <p:spPr>
          <a:xfrm>
            <a:off x="372675" y="497100"/>
            <a:ext cx="7399800" cy="345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200"/>
              <a:buFont typeface="Poppins Medium"/>
              <a:buNone/>
              <a:defRPr b="0" sz="32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2" name="Shape 132"/>
        <p:cNvGrpSpPr/>
        <p:nvPr/>
      </p:nvGrpSpPr>
      <p:grpSpPr>
        <a:xfrm>
          <a:off x="0" y="0"/>
          <a:ext cx="0" cy="0"/>
          <a:chOff x="0" y="0"/>
          <a:chExt cx="0" cy="0"/>
        </a:xfrm>
      </p:grpSpPr>
      <p:sp>
        <p:nvSpPr>
          <p:cNvPr id="133" name="Google Shape;133;p47"/>
          <p:cNvSpPr txBox="1"/>
          <p:nvPr>
            <p:ph type="title"/>
          </p:nvPr>
        </p:nvSpPr>
        <p:spPr>
          <a:xfrm>
            <a:off x="457200" y="109905"/>
            <a:ext cx="8229600" cy="857400"/>
          </a:xfrm>
          <a:prstGeom prst="rect">
            <a:avLst/>
          </a:prstGeom>
          <a:noFill/>
          <a:ln>
            <a:noFill/>
          </a:ln>
        </p:spPr>
        <p:txBody>
          <a:bodyPr anchorCtr="0" anchor="t" bIns="34275" lIns="68575" spcFirstLastPara="1" rIns="68575" wrap="square" tIns="34275">
            <a:noAutofit/>
          </a:bodyPr>
          <a:lstStyle>
            <a:lvl1pPr lvl="0" algn="l">
              <a:lnSpc>
                <a:spcPct val="110000"/>
              </a:lnSpc>
              <a:spcBef>
                <a:spcPts val="0"/>
              </a:spcBef>
              <a:spcAft>
                <a:spcPts val="0"/>
              </a:spcAft>
              <a:buClr>
                <a:schemeClr val="accent1"/>
              </a:buClr>
              <a:buSzPts val="1800"/>
              <a:buFont typeface="Questrial"/>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47"/>
          <p:cNvSpPr txBox="1"/>
          <p:nvPr>
            <p:ph idx="1" type="body"/>
          </p:nvPr>
        </p:nvSpPr>
        <p:spPr>
          <a:xfrm>
            <a:off x="457200" y="967157"/>
            <a:ext cx="8229600" cy="3627600"/>
          </a:xfrm>
          <a:prstGeom prst="rect">
            <a:avLst/>
          </a:prstGeom>
          <a:noFill/>
          <a:ln>
            <a:noFill/>
          </a:ln>
        </p:spPr>
        <p:txBody>
          <a:bodyPr anchorCtr="0" anchor="t" bIns="34275" lIns="0" spcFirstLastPara="1" rIns="0" wrap="square" tIns="34275">
            <a:noAutofit/>
          </a:bodyPr>
          <a:lstStyle>
            <a:lvl1pPr indent="-317500" lvl="0" marL="457200" algn="l">
              <a:lnSpc>
                <a:spcPct val="90000"/>
              </a:lnSpc>
              <a:spcBef>
                <a:spcPts val="800"/>
              </a:spcBef>
              <a:spcAft>
                <a:spcPts val="0"/>
              </a:spcAft>
              <a:buClr>
                <a:schemeClr val="accent1"/>
              </a:buClr>
              <a:buSzPts val="1400"/>
              <a:buFont typeface="Arial"/>
              <a:buChar char="•"/>
              <a:defRPr/>
            </a:lvl1pPr>
            <a:lvl2pPr indent="-311150" lvl="1" marL="914400" algn="l">
              <a:lnSpc>
                <a:spcPct val="90000"/>
              </a:lnSpc>
              <a:spcBef>
                <a:spcPts val="400"/>
              </a:spcBef>
              <a:spcAft>
                <a:spcPts val="0"/>
              </a:spcAft>
              <a:buClr>
                <a:schemeClr val="accent3"/>
              </a:buClr>
              <a:buSzPts val="1300"/>
              <a:buFont typeface="Merriweather Sans"/>
              <a:buChar char="-"/>
              <a:defRPr/>
            </a:lvl2pPr>
            <a:lvl3pPr indent="-311150" lvl="2" marL="1371600" algn="l">
              <a:lnSpc>
                <a:spcPct val="90000"/>
              </a:lnSpc>
              <a:spcBef>
                <a:spcPts val="400"/>
              </a:spcBef>
              <a:spcAft>
                <a:spcPts val="0"/>
              </a:spcAft>
              <a:buClr>
                <a:schemeClr val="dk2"/>
              </a:buClr>
              <a:buSzPts val="1300"/>
              <a:buFont typeface="Arial"/>
              <a:buChar char="•"/>
              <a:defRPr/>
            </a:lvl3pPr>
            <a:lvl4pPr indent="-311150" lvl="3" marL="1828800" algn="l">
              <a:lnSpc>
                <a:spcPct val="90000"/>
              </a:lnSpc>
              <a:spcBef>
                <a:spcPts val="400"/>
              </a:spcBef>
              <a:spcAft>
                <a:spcPts val="0"/>
              </a:spcAft>
              <a:buClr>
                <a:schemeClr val="dk2"/>
              </a:buClr>
              <a:buSzPts val="1300"/>
              <a:buFont typeface="Merriweather Sans"/>
              <a:buChar char="-"/>
              <a:defRPr/>
            </a:lvl4pPr>
            <a:lvl5pPr indent="-311150" lvl="4" marL="2286000" algn="l">
              <a:lnSpc>
                <a:spcPct val="90000"/>
              </a:lnSpc>
              <a:spcBef>
                <a:spcPts val="400"/>
              </a:spcBef>
              <a:spcAft>
                <a:spcPts val="0"/>
              </a:spcAft>
              <a:buClr>
                <a:schemeClr val="dk2"/>
              </a:buClr>
              <a:buSzPts val="1300"/>
              <a:buFont typeface="Merriweather Sans"/>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5" name="Google Shape;135;p47"/>
          <p:cNvSpPr txBox="1"/>
          <p:nvPr>
            <p:ph idx="12" type="sldNum"/>
          </p:nvPr>
        </p:nvSpPr>
        <p:spPr>
          <a:xfrm>
            <a:off x="461963" y="4560095"/>
            <a:ext cx="1879500" cy="273900"/>
          </a:xfrm>
          <a:prstGeom prst="rect">
            <a:avLst/>
          </a:prstGeom>
          <a:noFill/>
          <a:ln>
            <a:noFill/>
          </a:ln>
        </p:spPr>
        <p:txBody>
          <a:bodyPr anchorCtr="0" anchor="ctr" bIns="34275" lIns="68575" spcFirstLastPara="1" rIns="68575" wrap="square" tIns="34275">
            <a:noAutofit/>
          </a:bodyPr>
          <a:lstStyle>
            <a:lvl1pPr indent="88900" lvl="0"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1pPr>
            <a:lvl2pPr indent="88900" lvl="1"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2pPr>
            <a:lvl3pPr indent="88900" lvl="2"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3pPr>
            <a:lvl4pPr indent="88900" lvl="3"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4pPr>
            <a:lvl5pPr indent="88900" lvl="4"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5pPr>
            <a:lvl6pPr indent="88900" lvl="5"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6pPr>
            <a:lvl7pPr indent="88900" lvl="6"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7pPr>
            <a:lvl8pPr indent="88900" lvl="7"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8pPr>
            <a:lvl9pPr indent="88900" lvl="8"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l">
              <a:spcBef>
                <a:spcPts val="0"/>
              </a:spcBef>
              <a:spcAft>
                <a:spcPts val="0"/>
              </a:spcAft>
              <a:buClr>
                <a:srgbClr val="000000"/>
              </a:buClr>
              <a:buSzPts val="1400"/>
              <a:buFont typeface="Arial"/>
              <a:buChar char="●"/>
            </a:pPr>
            <a:r>
              <a:t/>
            </a:r>
            <a:endParaRPr/>
          </a:p>
          <a:p>
            <a:pPr indent="-101475" lvl="1" marL="457075" rtl="0" algn="l">
              <a:spcBef>
                <a:spcPts val="0"/>
              </a:spcBef>
              <a:spcAft>
                <a:spcPts val="0"/>
              </a:spcAft>
              <a:buClr>
                <a:srgbClr val="000000"/>
              </a:buClr>
              <a:buSzPts val="1400"/>
              <a:buFont typeface="Arial"/>
              <a:buChar char="○"/>
            </a:pPr>
            <a:r>
              <a:t/>
            </a:r>
            <a:endParaRPr/>
          </a:p>
          <a:p>
            <a:pPr indent="-101356" lvl="2" marL="914156" rtl="0" algn="l">
              <a:spcBef>
                <a:spcPts val="0"/>
              </a:spcBef>
              <a:spcAft>
                <a:spcPts val="0"/>
              </a:spcAft>
              <a:buClr>
                <a:srgbClr val="000000"/>
              </a:buClr>
              <a:buSzPts val="1400"/>
              <a:buFont typeface="Arial"/>
              <a:buChar char="■"/>
            </a:pPr>
            <a:r>
              <a:t/>
            </a:r>
            <a:endParaRPr/>
          </a:p>
          <a:p>
            <a:pPr indent="-101231" lvl="3" marL="1371231" rtl="0" algn="l">
              <a:spcBef>
                <a:spcPts val="0"/>
              </a:spcBef>
              <a:spcAft>
                <a:spcPts val="0"/>
              </a:spcAft>
              <a:buClr>
                <a:srgbClr val="000000"/>
              </a:buClr>
              <a:buSzPts val="1400"/>
              <a:buFont typeface="Arial"/>
              <a:buChar char="●"/>
            </a:pPr>
            <a:r>
              <a:t/>
            </a:r>
            <a:endParaRPr/>
          </a:p>
          <a:p>
            <a:pPr indent="-101111" lvl="4" marL="1828311" rtl="0" algn="l">
              <a:spcBef>
                <a:spcPts val="0"/>
              </a:spcBef>
              <a:spcAft>
                <a:spcPts val="0"/>
              </a:spcAft>
              <a:buClr>
                <a:srgbClr val="000000"/>
              </a:buClr>
              <a:buSzPts val="1400"/>
              <a:buFont typeface="Arial"/>
              <a:buChar char="○"/>
            </a:pPr>
            <a:r>
              <a:t/>
            </a:r>
            <a:endParaRPr/>
          </a:p>
          <a:p>
            <a:pPr indent="-100988" lvl="5" marL="2285389" rtl="0" algn="l">
              <a:spcBef>
                <a:spcPts val="0"/>
              </a:spcBef>
              <a:spcAft>
                <a:spcPts val="0"/>
              </a:spcAft>
              <a:buClr>
                <a:srgbClr val="000000"/>
              </a:buClr>
              <a:buSzPts val="1400"/>
              <a:buFont typeface="Arial"/>
              <a:buChar char="■"/>
            </a:pPr>
            <a:r>
              <a:t/>
            </a:r>
            <a:endParaRPr/>
          </a:p>
          <a:p>
            <a:pPr indent="-100868" lvl="6" marL="2742468" rtl="0" algn="l">
              <a:spcBef>
                <a:spcPts val="0"/>
              </a:spcBef>
              <a:spcAft>
                <a:spcPts val="0"/>
              </a:spcAft>
              <a:buClr>
                <a:srgbClr val="000000"/>
              </a:buClr>
              <a:buSzPts val="1400"/>
              <a:buFont typeface="Arial"/>
              <a:buChar char="●"/>
            </a:pPr>
            <a:r>
              <a:t/>
            </a:r>
            <a:endParaRPr/>
          </a:p>
          <a:p>
            <a:pPr indent="-100745" lvl="7" marL="3199545" rtl="0" algn="l">
              <a:spcBef>
                <a:spcPts val="0"/>
              </a:spcBef>
              <a:spcAft>
                <a:spcPts val="0"/>
              </a:spcAft>
              <a:buClr>
                <a:srgbClr val="000000"/>
              </a:buClr>
              <a:buSzPts val="1400"/>
              <a:buFont typeface="Arial"/>
              <a:buChar char="○"/>
            </a:pPr>
            <a:r>
              <a:t/>
            </a:r>
            <a:endParaRPr/>
          </a:p>
          <a:p>
            <a:pPr indent="-100622" lvl="8" marL="3656622" rtl="0" algn="l">
              <a:spcBef>
                <a:spcPts val="0"/>
              </a:spcBef>
              <a:spcAft>
                <a:spcPts val="0"/>
              </a:spcAft>
              <a:buClr>
                <a:srgbClr val="000000"/>
              </a:buClr>
              <a:buSzPts val="1400"/>
              <a:buFont typeface="Arial"/>
              <a:buChar char="■"/>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Title + Text">
    <p:spTree>
      <p:nvGrpSpPr>
        <p:cNvPr id="136" name="Shape 136"/>
        <p:cNvGrpSpPr/>
        <p:nvPr/>
      </p:nvGrpSpPr>
      <p:grpSpPr>
        <a:xfrm>
          <a:off x="0" y="0"/>
          <a:ext cx="0" cy="0"/>
          <a:chOff x="0" y="0"/>
          <a:chExt cx="0" cy="0"/>
        </a:xfrm>
      </p:grpSpPr>
      <p:sp>
        <p:nvSpPr>
          <p:cNvPr id="137" name="Google Shape;137;p48"/>
          <p:cNvSpPr txBox="1"/>
          <p:nvPr>
            <p:ph idx="1" type="body"/>
          </p:nvPr>
        </p:nvSpPr>
        <p:spPr>
          <a:xfrm>
            <a:off x="339328" y="1256168"/>
            <a:ext cx="8418000" cy="3401700"/>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800"/>
              </a:spcBef>
              <a:spcAft>
                <a:spcPts val="0"/>
              </a:spcAft>
              <a:buClr>
                <a:schemeClr val="accent3"/>
              </a:buClr>
              <a:buSzPts val="1400"/>
              <a:buFont typeface="Arial"/>
              <a:buChar char="◦"/>
              <a:defRPr b="1" i="0" sz="1600">
                <a:solidFill>
                  <a:schemeClr val="accent6"/>
                </a:solidFill>
                <a:latin typeface="Century Gothic"/>
                <a:ea typeface="Century Gothic"/>
                <a:cs typeface="Century Gothic"/>
                <a:sym typeface="Century Gothic"/>
              </a:defRPr>
            </a:lvl1pPr>
            <a:lvl2pPr indent="-279400" lvl="1" marL="914400" algn="l">
              <a:lnSpc>
                <a:spcPct val="110000"/>
              </a:lnSpc>
              <a:spcBef>
                <a:spcPts val="1200"/>
              </a:spcBef>
              <a:spcAft>
                <a:spcPts val="0"/>
              </a:spcAft>
              <a:buClr>
                <a:schemeClr val="accent6"/>
              </a:buClr>
              <a:buSzPts val="800"/>
              <a:buFont typeface="Merriweather Sans"/>
              <a:buChar char="◦"/>
              <a:defRPr b="0" i="0" sz="1300">
                <a:latin typeface="Century Gothic"/>
                <a:ea typeface="Century Gothic"/>
                <a:cs typeface="Century Gothic"/>
                <a:sym typeface="Century Gothic"/>
              </a:defRPr>
            </a:lvl2pPr>
            <a:lvl3pPr indent="-279400" lvl="2" marL="1371600" algn="l">
              <a:lnSpc>
                <a:spcPct val="110000"/>
              </a:lnSpc>
              <a:spcBef>
                <a:spcPts val="1200"/>
              </a:spcBef>
              <a:spcAft>
                <a:spcPts val="0"/>
              </a:spcAft>
              <a:buClr>
                <a:schemeClr val="accent3"/>
              </a:buClr>
              <a:buSzPts val="800"/>
              <a:buFont typeface="Arial"/>
              <a:buChar char="-"/>
              <a:defRPr b="0" i="0" sz="1300">
                <a:latin typeface="Century Gothic"/>
                <a:ea typeface="Century Gothic"/>
                <a:cs typeface="Century Gothic"/>
                <a:sym typeface="Century Gothic"/>
              </a:defRPr>
            </a:lvl3pPr>
            <a:lvl4pPr indent="-311150" lvl="3" marL="1828800" algn="l">
              <a:lnSpc>
                <a:spcPct val="90000"/>
              </a:lnSpc>
              <a:spcBef>
                <a:spcPts val="1200"/>
              </a:spcBef>
              <a:spcAft>
                <a:spcPts val="0"/>
              </a:spcAft>
              <a:buClr>
                <a:schemeClr val="accent3"/>
              </a:buClr>
              <a:buSzPts val="1300"/>
              <a:buFont typeface="Merriweather Sans"/>
              <a:buChar char="◦"/>
              <a:defRPr b="0" i="0">
                <a:latin typeface="Gill Sans"/>
                <a:ea typeface="Gill Sans"/>
                <a:cs typeface="Gill Sans"/>
                <a:sym typeface="Gill Sans"/>
              </a:defRPr>
            </a:lvl4pPr>
            <a:lvl5pPr indent="-311150" lvl="4" marL="2286000" algn="l">
              <a:lnSpc>
                <a:spcPct val="90000"/>
              </a:lnSpc>
              <a:spcBef>
                <a:spcPts val="1200"/>
              </a:spcBef>
              <a:spcAft>
                <a:spcPts val="0"/>
              </a:spcAft>
              <a:buClr>
                <a:schemeClr val="accent3"/>
              </a:buClr>
              <a:buSzPts val="1300"/>
              <a:buFont typeface="Merriweather Sans"/>
              <a:buChar char="◦"/>
              <a:defRPr b="0" i="0">
                <a:latin typeface="Gill Sans"/>
                <a:ea typeface="Gill Sans"/>
                <a:cs typeface="Gill Sans"/>
                <a:sym typeface="Gill Sans"/>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38" name="Google Shape;138;p48"/>
          <p:cNvSpPr txBox="1"/>
          <p:nvPr>
            <p:ph idx="2" type="body"/>
          </p:nvPr>
        </p:nvSpPr>
        <p:spPr>
          <a:xfrm>
            <a:off x="423549" y="667321"/>
            <a:ext cx="8387100" cy="3465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1200"/>
              </a:spcBef>
              <a:spcAft>
                <a:spcPts val="0"/>
              </a:spcAft>
              <a:buClr>
                <a:schemeClr val="accent6"/>
              </a:buClr>
              <a:buSzPts val="1300"/>
              <a:buFont typeface="Century Gothic"/>
              <a:buNone/>
              <a:defRPr/>
            </a:lvl2pPr>
            <a:lvl3pPr indent="-228600" lvl="2" marL="1371600" algn="l">
              <a:lnSpc>
                <a:spcPct val="90000"/>
              </a:lnSpc>
              <a:spcBef>
                <a:spcPts val="1200"/>
              </a:spcBef>
              <a:spcAft>
                <a:spcPts val="0"/>
              </a:spcAft>
              <a:buClr>
                <a:schemeClr val="accent3"/>
              </a:buClr>
              <a:buSzPts val="1300"/>
              <a:buFont typeface="Century Gothic"/>
              <a:buNone/>
              <a:defRPr/>
            </a:lvl3pPr>
            <a:lvl4pPr indent="-228600" lvl="3" marL="1828800" algn="l">
              <a:lnSpc>
                <a:spcPct val="90000"/>
              </a:lnSpc>
              <a:spcBef>
                <a:spcPts val="1200"/>
              </a:spcBef>
              <a:spcAft>
                <a:spcPts val="0"/>
              </a:spcAft>
              <a:buClr>
                <a:schemeClr val="accent3"/>
              </a:buClr>
              <a:buSzPts val="1300"/>
              <a:buFont typeface="Century Gothic"/>
              <a:buNone/>
              <a:defRPr/>
            </a:lvl4pPr>
            <a:lvl5pPr indent="-228600" lvl="4" marL="2286000" algn="l">
              <a:lnSpc>
                <a:spcPct val="90000"/>
              </a:lnSpc>
              <a:spcBef>
                <a:spcPts val="1200"/>
              </a:spcBef>
              <a:spcAft>
                <a:spcPts val="0"/>
              </a:spcAft>
              <a:buClr>
                <a:schemeClr val="accent3"/>
              </a:buClr>
              <a:buSzPts val="1300"/>
              <a:buFont typeface="Century Gothic"/>
              <a:buNone/>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39" name="Google Shape;139;p48"/>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0" name="Google Shape;140;p48"/>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41" name="Google Shape;141;p48"/>
          <p:cNvSpPr txBox="1"/>
          <p:nvPr>
            <p:ph idx="12" type="sldNum"/>
          </p:nvPr>
        </p:nvSpPr>
        <p:spPr>
          <a:xfrm>
            <a:off x="8126944"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itle + Text">
  <p:cSld name="2 Column Title + Text">
    <p:spTree>
      <p:nvGrpSpPr>
        <p:cNvPr id="142" name="Shape 142"/>
        <p:cNvGrpSpPr/>
        <p:nvPr/>
      </p:nvGrpSpPr>
      <p:grpSpPr>
        <a:xfrm>
          <a:off x="0" y="0"/>
          <a:ext cx="0" cy="0"/>
          <a:chOff x="0" y="0"/>
          <a:chExt cx="0" cy="0"/>
        </a:xfrm>
      </p:grpSpPr>
      <p:sp>
        <p:nvSpPr>
          <p:cNvPr id="143" name="Google Shape;143;p50"/>
          <p:cNvSpPr txBox="1"/>
          <p:nvPr>
            <p:ph idx="1" type="body"/>
          </p:nvPr>
        </p:nvSpPr>
        <p:spPr>
          <a:xfrm>
            <a:off x="4649391" y="1255756"/>
            <a:ext cx="4155300" cy="3402000"/>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800"/>
              </a:spcBef>
              <a:spcAft>
                <a:spcPts val="0"/>
              </a:spcAft>
              <a:buSzPts val="1400"/>
              <a:buFont typeface="Arial"/>
              <a:buChar char="◦"/>
              <a:defRPr b="1" i="0" sz="1600">
                <a:solidFill>
                  <a:schemeClr val="accent6"/>
                </a:solidFill>
                <a:latin typeface="Century Gothic"/>
                <a:ea typeface="Century Gothic"/>
                <a:cs typeface="Century Gothic"/>
                <a:sym typeface="Century Gothic"/>
              </a:defRPr>
            </a:lvl1pPr>
            <a:lvl2pPr indent="-279400" lvl="1" marL="914400" algn="l">
              <a:lnSpc>
                <a:spcPct val="110000"/>
              </a:lnSpc>
              <a:spcBef>
                <a:spcPts val="1200"/>
              </a:spcBef>
              <a:spcAft>
                <a:spcPts val="0"/>
              </a:spcAft>
              <a:buClr>
                <a:schemeClr val="accent3"/>
              </a:buClr>
              <a:buSzPts val="800"/>
              <a:buFont typeface="Merriweather Sans"/>
              <a:buChar char="◦"/>
              <a:defRPr b="0" i="0" sz="1300">
                <a:solidFill>
                  <a:schemeClr val="accent3"/>
                </a:solidFill>
                <a:latin typeface="Century Gothic"/>
                <a:ea typeface="Century Gothic"/>
                <a:cs typeface="Century Gothic"/>
                <a:sym typeface="Century Gothic"/>
              </a:defRPr>
            </a:lvl2pPr>
            <a:lvl3pPr indent="-279400" lvl="2" marL="1371600" algn="l">
              <a:lnSpc>
                <a:spcPct val="110000"/>
              </a:lnSpc>
              <a:spcBef>
                <a:spcPts val="1200"/>
              </a:spcBef>
              <a:spcAft>
                <a:spcPts val="0"/>
              </a:spcAft>
              <a:buClr>
                <a:schemeClr val="accent3"/>
              </a:buClr>
              <a:buSzPts val="800"/>
              <a:buFont typeface="Arial"/>
              <a:buChar char="-"/>
              <a:defRPr b="0" i="0" sz="1300">
                <a:solidFill>
                  <a:schemeClr val="accent3"/>
                </a:solidFill>
                <a:latin typeface="Century Gothic"/>
                <a:ea typeface="Century Gothic"/>
                <a:cs typeface="Century Gothic"/>
                <a:sym typeface="Century Gothic"/>
              </a:defRPr>
            </a:lvl3pPr>
            <a:lvl4pPr indent="-311150" lvl="3" marL="1828800" algn="l">
              <a:lnSpc>
                <a:spcPct val="90000"/>
              </a:lnSpc>
              <a:spcBef>
                <a:spcPts val="1200"/>
              </a:spcBef>
              <a:spcAft>
                <a:spcPts val="0"/>
              </a:spcAft>
              <a:buClr>
                <a:schemeClr val="accent3"/>
              </a:buClr>
              <a:buSzPts val="1300"/>
              <a:buFont typeface="Merriweather Sans"/>
              <a:buChar char="◦"/>
              <a:defRPr b="0" i="0">
                <a:latin typeface="Gill Sans"/>
                <a:ea typeface="Gill Sans"/>
                <a:cs typeface="Gill Sans"/>
                <a:sym typeface="Gill Sans"/>
              </a:defRPr>
            </a:lvl4pPr>
            <a:lvl5pPr indent="-311150" lvl="4" marL="2286000" algn="l">
              <a:lnSpc>
                <a:spcPct val="90000"/>
              </a:lnSpc>
              <a:spcBef>
                <a:spcPts val="1200"/>
              </a:spcBef>
              <a:spcAft>
                <a:spcPts val="0"/>
              </a:spcAft>
              <a:buClr>
                <a:schemeClr val="accent3"/>
              </a:buClr>
              <a:buSzPts val="1300"/>
              <a:buFont typeface="Merriweather Sans"/>
              <a:buChar char="◦"/>
              <a:defRPr b="0" i="0">
                <a:latin typeface="Gill Sans"/>
                <a:ea typeface="Gill Sans"/>
                <a:cs typeface="Gill Sans"/>
                <a:sym typeface="Gill Sans"/>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44" name="Google Shape;144;p50"/>
          <p:cNvSpPr txBox="1"/>
          <p:nvPr>
            <p:ph idx="2" type="body"/>
          </p:nvPr>
        </p:nvSpPr>
        <p:spPr>
          <a:xfrm>
            <a:off x="339330" y="1255755"/>
            <a:ext cx="4155300" cy="3402000"/>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800"/>
              </a:spcBef>
              <a:spcAft>
                <a:spcPts val="0"/>
              </a:spcAft>
              <a:buSzPts val="1400"/>
              <a:buFont typeface="Arial"/>
              <a:buChar char="◦"/>
              <a:defRPr b="1" i="0" sz="1600">
                <a:solidFill>
                  <a:schemeClr val="accent6"/>
                </a:solidFill>
                <a:latin typeface="Century Gothic"/>
                <a:ea typeface="Century Gothic"/>
                <a:cs typeface="Century Gothic"/>
                <a:sym typeface="Century Gothic"/>
              </a:defRPr>
            </a:lvl1pPr>
            <a:lvl2pPr indent="-279400" lvl="1" marL="914400" algn="l">
              <a:lnSpc>
                <a:spcPct val="110000"/>
              </a:lnSpc>
              <a:spcBef>
                <a:spcPts val="1200"/>
              </a:spcBef>
              <a:spcAft>
                <a:spcPts val="0"/>
              </a:spcAft>
              <a:buClr>
                <a:schemeClr val="accent3"/>
              </a:buClr>
              <a:buSzPts val="800"/>
              <a:buFont typeface="Merriweather Sans"/>
              <a:buChar char="◦"/>
              <a:defRPr b="0" i="0" sz="1300">
                <a:solidFill>
                  <a:schemeClr val="accent3"/>
                </a:solidFill>
                <a:latin typeface="Century Gothic"/>
                <a:ea typeface="Century Gothic"/>
                <a:cs typeface="Century Gothic"/>
                <a:sym typeface="Century Gothic"/>
              </a:defRPr>
            </a:lvl2pPr>
            <a:lvl3pPr indent="-279400" lvl="2" marL="1371600" algn="l">
              <a:lnSpc>
                <a:spcPct val="110000"/>
              </a:lnSpc>
              <a:spcBef>
                <a:spcPts val="1200"/>
              </a:spcBef>
              <a:spcAft>
                <a:spcPts val="0"/>
              </a:spcAft>
              <a:buClr>
                <a:schemeClr val="accent3"/>
              </a:buClr>
              <a:buSzPts val="800"/>
              <a:buFont typeface="Arial"/>
              <a:buChar char="-"/>
              <a:defRPr b="0" i="0" sz="1300">
                <a:solidFill>
                  <a:schemeClr val="accent3"/>
                </a:solidFill>
                <a:latin typeface="Century Gothic"/>
                <a:ea typeface="Century Gothic"/>
                <a:cs typeface="Century Gothic"/>
                <a:sym typeface="Century Gothic"/>
              </a:defRPr>
            </a:lvl3pPr>
            <a:lvl4pPr indent="-311150" lvl="3" marL="1828800" algn="l">
              <a:lnSpc>
                <a:spcPct val="90000"/>
              </a:lnSpc>
              <a:spcBef>
                <a:spcPts val="1200"/>
              </a:spcBef>
              <a:spcAft>
                <a:spcPts val="0"/>
              </a:spcAft>
              <a:buClr>
                <a:schemeClr val="accent3"/>
              </a:buClr>
              <a:buSzPts val="1300"/>
              <a:buFont typeface="Merriweather Sans"/>
              <a:buChar char="◦"/>
              <a:defRPr b="0" i="0">
                <a:latin typeface="Gill Sans"/>
                <a:ea typeface="Gill Sans"/>
                <a:cs typeface="Gill Sans"/>
                <a:sym typeface="Gill Sans"/>
              </a:defRPr>
            </a:lvl4pPr>
            <a:lvl5pPr indent="-311150" lvl="4" marL="2286000" algn="l">
              <a:lnSpc>
                <a:spcPct val="90000"/>
              </a:lnSpc>
              <a:spcBef>
                <a:spcPts val="1200"/>
              </a:spcBef>
              <a:spcAft>
                <a:spcPts val="0"/>
              </a:spcAft>
              <a:buClr>
                <a:schemeClr val="accent3"/>
              </a:buClr>
              <a:buSzPts val="1300"/>
              <a:buFont typeface="Merriweather Sans"/>
              <a:buChar char="◦"/>
              <a:defRPr b="0" i="0">
                <a:latin typeface="Gill Sans"/>
                <a:ea typeface="Gill Sans"/>
                <a:cs typeface="Gill Sans"/>
                <a:sym typeface="Gill Sans"/>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45" name="Google Shape;145;p50"/>
          <p:cNvSpPr txBox="1"/>
          <p:nvPr>
            <p:ph idx="3" type="body"/>
          </p:nvPr>
        </p:nvSpPr>
        <p:spPr>
          <a:xfrm>
            <a:off x="423549" y="667321"/>
            <a:ext cx="8381100" cy="3465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1200"/>
              </a:spcBef>
              <a:spcAft>
                <a:spcPts val="0"/>
              </a:spcAft>
              <a:buClr>
                <a:schemeClr val="accent6"/>
              </a:buClr>
              <a:buSzPts val="1300"/>
              <a:buFont typeface="Century Gothic"/>
              <a:buNone/>
              <a:defRPr/>
            </a:lvl2pPr>
            <a:lvl3pPr indent="-228600" lvl="2" marL="1371600" algn="l">
              <a:lnSpc>
                <a:spcPct val="90000"/>
              </a:lnSpc>
              <a:spcBef>
                <a:spcPts val="1200"/>
              </a:spcBef>
              <a:spcAft>
                <a:spcPts val="0"/>
              </a:spcAft>
              <a:buClr>
                <a:schemeClr val="accent3"/>
              </a:buClr>
              <a:buSzPts val="1300"/>
              <a:buFont typeface="Century Gothic"/>
              <a:buNone/>
              <a:defRPr/>
            </a:lvl3pPr>
            <a:lvl4pPr indent="-228600" lvl="3" marL="1828800" algn="l">
              <a:lnSpc>
                <a:spcPct val="90000"/>
              </a:lnSpc>
              <a:spcBef>
                <a:spcPts val="1200"/>
              </a:spcBef>
              <a:spcAft>
                <a:spcPts val="0"/>
              </a:spcAft>
              <a:buClr>
                <a:schemeClr val="accent3"/>
              </a:buClr>
              <a:buSzPts val="1300"/>
              <a:buFont typeface="Century Gothic"/>
              <a:buNone/>
              <a:defRPr/>
            </a:lvl4pPr>
            <a:lvl5pPr indent="-228600" lvl="4" marL="2286000" algn="l">
              <a:lnSpc>
                <a:spcPct val="90000"/>
              </a:lnSpc>
              <a:spcBef>
                <a:spcPts val="1200"/>
              </a:spcBef>
              <a:spcAft>
                <a:spcPts val="0"/>
              </a:spcAft>
              <a:buClr>
                <a:schemeClr val="accent3"/>
              </a:buClr>
              <a:buSzPts val="1300"/>
              <a:buFont typeface="Century Gothic"/>
              <a:buNone/>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46" name="Google Shape;146;p50"/>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7" name="Google Shape;147;p50"/>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48" name="Google Shape;148;p50"/>
          <p:cNvSpPr txBox="1"/>
          <p:nvPr>
            <p:ph idx="12" type="sldNum"/>
          </p:nvPr>
        </p:nvSpPr>
        <p:spPr>
          <a:xfrm>
            <a:off x="8126944"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31">
          <p15:clr>
            <a:srgbClr val="FBAE40"/>
          </p15:clr>
        </p15:guide>
        <p15:guide id="2" pos="292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49" name="Shape 149"/>
        <p:cNvGrpSpPr/>
        <p:nvPr/>
      </p:nvGrpSpPr>
      <p:grpSpPr>
        <a:xfrm>
          <a:off x="0" y="0"/>
          <a:ext cx="0" cy="0"/>
          <a:chOff x="0" y="0"/>
          <a:chExt cx="0" cy="0"/>
        </a:xfrm>
      </p:grpSpPr>
      <p:sp>
        <p:nvSpPr>
          <p:cNvPr id="150" name="Google Shape;150;p51"/>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entury Gothic"/>
              <a:ea typeface="Century Gothic"/>
              <a:cs typeface="Century Gothic"/>
              <a:sym typeface="Century Gothic"/>
            </a:endParaRPr>
          </a:p>
        </p:txBody>
      </p:sp>
      <p:pic>
        <p:nvPicPr>
          <p:cNvPr id="151" name="Google Shape;151;p51"/>
          <p:cNvPicPr preferRelativeResize="0"/>
          <p:nvPr/>
        </p:nvPicPr>
        <p:blipFill rotWithShape="1">
          <a:blip r:embed="rId2">
            <a:alphaModFix/>
          </a:blip>
          <a:srcRect b="0" l="0" r="0" t="0"/>
          <a:stretch/>
        </p:blipFill>
        <p:spPr>
          <a:xfrm>
            <a:off x="2286" y="0"/>
            <a:ext cx="9141713" cy="5142213"/>
          </a:xfrm>
          <a:prstGeom prst="rect">
            <a:avLst/>
          </a:prstGeom>
          <a:noFill/>
          <a:ln>
            <a:noFill/>
          </a:ln>
        </p:spPr>
      </p:pic>
      <p:sp>
        <p:nvSpPr>
          <p:cNvPr id="152" name="Google Shape;152;p51"/>
          <p:cNvSpPr txBox="1"/>
          <p:nvPr/>
        </p:nvSpPr>
        <p:spPr>
          <a:xfrm>
            <a:off x="536171" y="4423457"/>
            <a:ext cx="7979100" cy="3234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1800"/>
              <a:buFont typeface="Gill Sans"/>
              <a:buNone/>
            </a:pPr>
            <a:r>
              <a:t/>
            </a:r>
            <a:endParaRPr b="0" i="0" sz="1800" u="none" cap="none" strike="noStrike">
              <a:solidFill>
                <a:schemeClr val="dk1"/>
              </a:solidFill>
              <a:latin typeface="Century Gothic"/>
              <a:ea typeface="Century Gothic"/>
              <a:cs typeface="Century Gothic"/>
              <a:sym typeface="Century Gothic"/>
            </a:endParaRPr>
          </a:p>
        </p:txBody>
      </p:sp>
      <p:sp>
        <p:nvSpPr>
          <p:cNvPr id="153" name="Google Shape;153;p51"/>
          <p:cNvSpPr txBox="1"/>
          <p:nvPr>
            <p:ph idx="1" type="body"/>
          </p:nvPr>
        </p:nvSpPr>
        <p:spPr>
          <a:xfrm>
            <a:off x="391320" y="3909361"/>
            <a:ext cx="8322000" cy="4536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lt1"/>
              </a:buClr>
              <a:buSzPts val="1000"/>
              <a:buFont typeface="Century Gothic"/>
              <a:buNone/>
              <a:defRPr b="0" i="0" sz="1000">
                <a:solidFill>
                  <a:schemeClr val="lt1"/>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1200"/>
              </a:spcBef>
              <a:spcAft>
                <a:spcPts val="0"/>
              </a:spcAft>
              <a:buClr>
                <a:schemeClr val="accent3"/>
              </a:buClr>
              <a:buSzPts val="1300"/>
              <a:buFont typeface="Century Gothic"/>
              <a:buNone/>
              <a:defRPr/>
            </a:lvl3pPr>
            <a:lvl4pPr indent="-228600" lvl="3" marL="1828800" algn="l">
              <a:lnSpc>
                <a:spcPct val="90000"/>
              </a:lnSpc>
              <a:spcBef>
                <a:spcPts val="1200"/>
              </a:spcBef>
              <a:spcAft>
                <a:spcPts val="0"/>
              </a:spcAft>
              <a:buClr>
                <a:schemeClr val="accent3"/>
              </a:buClr>
              <a:buSzPts val="1300"/>
              <a:buFont typeface="Century Gothic"/>
              <a:buNone/>
              <a:defRPr/>
            </a:lvl4pPr>
            <a:lvl5pPr indent="-228600" lvl="4" marL="2286000" algn="l">
              <a:lnSpc>
                <a:spcPct val="90000"/>
              </a:lnSpc>
              <a:spcBef>
                <a:spcPts val="1200"/>
              </a:spcBef>
              <a:spcAft>
                <a:spcPts val="0"/>
              </a:spcAft>
              <a:buClr>
                <a:schemeClr val="accent3"/>
              </a:buClr>
              <a:buSzPts val="1300"/>
              <a:buFont typeface="Century Gothic"/>
              <a:buNone/>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54" name="Google Shape;154;p51"/>
          <p:cNvSpPr txBox="1"/>
          <p:nvPr>
            <p:ph idx="2" type="body"/>
          </p:nvPr>
        </p:nvSpPr>
        <p:spPr>
          <a:xfrm>
            <a:off x="393700" y="3210746"/>
            <a:ext cx="8322000" cy="588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1600"/>
              <a:buFont typeface="Century Gothic"/>
              <a:buNone/>
              <a:defRPr b="0" i="0" sz="1700">
                <a:solidFill>
                  <a:schemeClr val="accent2"/>
                </a:solidFill>
                <a:latin typeface="Century Gothic"/>
                <a:ea typeface="Century Gothic"/>
                <a:cs typeface="Century Gothic"/>
                <a:sym typeface="Century Gothic"/>
              </a:defRPr>
            </a:lvl1pPr>
            <a:lvl2pPr indent="-228600" lvl="1" marL="914400" algn="l">
              <a:lnSpc>
                <a:spcPct val="90000"/>
              </a:lnSpc>
              <a:spcBef>
                <a:spcPts val="1200"/>
              </a:spcBef>
              <a:spcAft>
                <a:spcPts val="0"/>
              </a:spcAft>
              <a:buClr>
                <a:schemeClr val="accent6"/>
              </a:buClr>
              <a:buSzPts val="1300"/>
              <a:buFont typeface="Century Gothic"/>
              <a:buNone/>
              <a:defRPr/>
            </a:lvl2pPr>
            <a:lvl3pPr indent="-228600" lvl="2" marL="1371600" algn="l">
              <a:lnSpc>
                <a:spcPct val="90000"/>
              </a:lnSpc>
              <a:spcBef>
                <a:spcPts val="1200"/>
              </a:spcBef>
              <a:spcAft>
                <a:spcPts val="0"/>
              </a:spcAft>
              <a:buClr>
                <a:schemeClr val="accent3"/>
              </a:buClr>
              <a:buSzPts val="1300"/>
              <a:buFont typeface="Century Gothic"/>
              <a:buNone/>
              <a:defRPr/>
            </a:lvl3pPr>
            <a:lvl4pPr indent="-228600" lvl="3" marL="1828800" algn="l">
              <a:lnSpc>
                <a:spcPct val="90000"/>
              </a:lnSpc>
              <a:spcBef>
                <a:spcPts val="1200"/>
              </a:spcBef>
              <a:spcAft>
                <a:spcPts val="0"/>
              </a:spcAft>
              <a:buClr>
                <a:schemeClr val="accent3"/>
              </a:buClr>
              <a:buSzPts val="1300"/>
              <a:buFont typeface="Century Gothic"/>
              <a:buNone/>
              <a:defRPr/>
            </a:lvl4pPr>
            <a:lvl5pPr indent="-228600" lvl="4" marL="2286000" algn="l">
              <a:lnSpc>
                <a:spcPct val="90000"/>
              </a:lnSpc>
              <a:spcBef>
                <a:spcPts val="1200"/>
              </a:spcBef>
              <a:spcAft>
                <a:spcPts val="0"/>
              </a:spcAft>
              <a:buClr>
                <a:schemeClr val="accent3"/>
              </a:buClr>
              <a:buSzPts val="1300"/>
              <a:buFont typeface="Century Gothic"/>
              <a:buNone/>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55" name="Google Shape;155;p51"/>
          <p:cNvSpPr txBox="1"/>
          <p:nvPr/>
        </p:nvSpPr>
        <p:spPr>
          <a:xfrm>
            <a:off x="536171" y="4423457"/>
            <a:ext cx="7979100" cy="3234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1800"/>
              <a:buFont typeface="Gill Sans"/>
              <a:buNone/>
            </a:pPr>
            <a:r>
              <a:t/>
            </a:r>
            <a:endParaRPr b="0" i="0" sz="1800" u="none" cap="none" strike="noStrike">
              <a:solidFill>
                <a:schemeClr val="dk1"/>
              </a:solidFill>
              <a:latin typeface="Century Gothic"/>
              <a:ea typeface="Century Gothic"/>
              <a:cs typeface="Century Gothic"/>
              <a:sym typeface="Century Gothic"/>
            </a:endParaRPr>
          </a:p>
        </p:txBody>
      </p:sp>
      <p:sp>
        <p:nvSpPr>
          <p:cNvPr id="156" name="Google Shape;156;p51"/>
          <p:cNvSpPr txBox="1"/>
          <p:nvPr>
            <p:ph idx="3" type="body"/>
          </p:nvPr>
        </p:nvSpPr>
        <p:spPr>
          <a:xfrm>
            <a:off x="391716" y="2271713"/>
            <a:ext cx="8321100" cy="808500"/>
          </a:xfrm>
          <a:prstGeom prst="rect">
            <a:avLst/>
          </a:prstGeom>
          <a:noFill/>
          <a:ln>
            <a:noFill/>
          </a:ln>
        </p:spPr>
        <p:txBody>
          <a:bodyPr anchorCtr="0" anchor="b" bIns="34275" lIns="0" spcFirstLastPara="1" rIns="0" wrap="square" tIns="34275">
            <a:normAutofit/>
          </a:bodyPr>
          <a:lstStyle>
            <a:lvl1pPr indent="-228600" lvl="0" marL="457200" algn="l">
              <a:lnSpc>
                <a:spcPct val="90000"/>
              </a:lnSpc>
              <a:spcBef>
                <a:spcPts val="800"/>
              </a:spcBef>
              <a:spcAft>
                <a:spcPts val="0"/>
              </a:spcAft>
              <a:buSzPts val="2700"/>
              <a:buNone/>
              <a:defRPr b="1" sz="3000">
                <a:solidFill>
                  <a:schemeClr val="lt1"/>
                </a:solidFill>
              </a:defRPr>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pic>
        <p:nvPicPr>
          <p:cNvPr id="157" name="Google Shape;157;p51"/>
          <p:cNvPicPr preferRelativeResize="0"/>
          <p:nvPr/>
        </p:nvPicPr>
        <p:blipFill rotWithShape="1">
          <a:blip r:embed="rId3">
            <a:alphaModFix/>
          </a:blip>
          <a:srcRect b="0" l="0" r="0" t="0"/>
          <a:stretch/>
        </p:blipFill>
        <p:spPr>
          <a:xfrm>
            <a:off x="391320" y="1300899"/>
            <a:ext cx="2061983" cy="656334"/>
          </a:xfrm>
          <a:prstGeom prst="rect">
            <a:avLst/>
          </a:prstGeom>
          <a:noFill/>
          <a:ln>
            <a:noFill/>
          </a:ln>
        </p:spPr>
      </p:pic>
    </p:spTree>
  </p:cSld>
  <p:clrMapOvr>
    <a:masterClrMapping/>
  </p:clrMapOvr>
  <p:extLst>
    <p:ext uri="{DCECCB84-F9BA-43D5-87BE-67443E8EF086}">
      <p15:sldGuideLst>
        <p15:guide id="1" pos="431">
          <p15:clr>
            <a:srgbClr val="FBAE40"/>
          </p15:clr>
        </p15:guide>
        <p15:guide id="2" pos="5328">
          <p15:clr>
            <a:srgbClr val="FBAE40"/>
          </p15:clr>
        </p15:guide>
        <p15:guide id="3" pos="43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1">
  <p:cSld name="Basic Slide 1">
    <p:spTree>
      <p:nvGrpSpPr>
        <p:cNvPr id="158" name="Shape 158"/>
        <p:cNvGrpSpPr/>
        <p:nvPr/>
      </p:nvGrpSpPr>
      <p:grpSpPr>
        <a:xfrm>
          <a:off x="0" y="0"/>
          <a:ext cx="0" cy="0"/>
          <a:chOff x="0" y="0"/>
          <a:chExt cx="0" cy="0"/>
        </a:xfrm>
      </p:grpSpPr>
      <p:sp>
        <p:nvSpPr>
          <p:cNvPr id="159" name="Google Shape;159;p52"/>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160" name="Google Shape;160;p52"/>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161" name="Google Shape;161;p52"/>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62" name="Google Shape;162;p52"/>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163" name="Google Shape;163;p52"/>
          <p:cNvSpPr txBox="1"/>
          <p:nvPr>
            <p:ph idx="1"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
          <p15:clr>
            <a:srgbClr val="FA7B17"/>
          </p15:clr>
        </p15:guide>
        <p15:guide id="2" pos="5184">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Text">
  <p:cSld name="1_Basic Slide 10">
    <p:spTree>
      <p:nvGrpSpPr>
        <p:cNvPr id="164" name="Shape 164"/>
        <p:cNvGrpSpPr/>
        <p:nvPr/>
      </p:nvGrpSpPr>
      <p:grpSpPr>
        <a:xfrm>
          <a:off x="0" y="0"/>
          <a:ext cx="0" cy="0"/>
          <a:chOff x="0" y="0"/>
          <a:chExt cx="0" cy="0"/>
        </a:xfrm>
      </p:grpSpPr>
      <p:sp>
        <p:nvSpPr>
          <p:cNvPr id="165" name="Google Shape;165;p53"/>
          <p:cNvSpPr/>
          <p:nvPr/>
        </p:nvSpPr>
        <p:spPr>
          <a:xfrm flipH="1" rot="5400000">
            <a:off x="4430550" y="434400"/>
            <a:ext cx="282900" cy="9155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66" name="Google Shape;166;p53"/>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167" name="Google Shape;167;p53"/>
          <p:cNvSpPr txBox="1"/>
          <p:nvPr>
            <p:ph idx="1" type="subTitle"/>
          </p:nvPr>
        </p:nvSpPr>
        <p:spPr>
          <a:xfrm>
            <a:off x="342900" y="4860900"/>
            <a:ext cx="3787200" cy="362400"/>
          </a:xfrm>
          <a:prstGeom prst="rect">
            <a:avLst/>
          </a:prstGeom>
          <a:noFill/>
          <a:ln>
            <a:noFill/>
          </a:ln>
        </p:spPr>
        <p:txBody>
          <a:bodyPr anchorCtr="0" anchor="t" bIns="91425" lIns="0" spcFirstLastPara="1" rIns="91425" wrap="square" tIns="91425">
            <a:no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168" name="Google Shape;168;p53"/>
          <p:cNvSpPr txBox="1"/>
          <p:nvPr>
            <p:ph type="title"/>
          </p:nvPr>
        </p:nvSpPr>
        <p:spPr>
          <a:xfrm>
            <a:off x="342900" y="136845"/>
            <a:ext cx="7080600" cy="467700"/>
          </a:xfrm>
          <a:prstGeom prst="rect">
            <a:avLst/>
          </a:prstGeom>
          <a:noFill/>
          <a:ln>
            <a:noFill/>
          </a:ln>
        </p:spPr>
        <p:txBody>
          <a:bodyPr anchorCtr="0" anchor="t" bIns="91425" lIns="0" spcFirstLastPara="1" rIns="91425" wrap="square" tIns="91425">
            <a:no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169" name="Google Shape;169;p53"/>
          <p:cNvSpPr txBox="1"/>
          <p:nvPr>
            <p:ph idx="2" type="body"/>
          </p:nvPr>
        </p:nvSpPr>
        <p:spPr>
          <a:xfrm>
            <a:off x="342900" y="560551"/>
            <a:ext cx="7086600" cy="2523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sz="1400">
                <a:solidFill>
                  <a:schemeClr val="lt2"/>
                </a:solidFill>
                <a:latin typeface="Poppins"/>
                <a:ea typeface="Poppins"/>
                <a:cs typeface="Poppins"/>
                <a:sym typeface="Poppins"/>
              </a:defRPr>
            </a:lvl1pPr>
            <a:lvl2pPr indent="-228600" lvl="1" marL="914400" algn="l">
              <a:lnSpc>
                <a:spcPct val="115000"/>
              </a:lnSpc>
              <a:spcBef>
                <a:spcPts val="0"/>
              </a:spcBef>
              <a:spcAft>
                <a:spcPts val="0"/>
              </a:spcAft>
              <a:buSzPts val="1600"/>
              <a:buNone/>
              <a:defRPr sz="1400"/>
            </a:lvl2pPr>
            <a:lvl3pPr indent="-228600" lvl="2" marL="1371600" algn="l">
              <a:lnSpc>
                <a:spcPct val="115000"/>
              </a:lnSpc>
              <a:spcBef>
                <a:spcPts val="0"/>
              </a:spcBef>
              <a:spcAft>
                <a:spcPts val="0"/>
              </a:spcAft>
              <a:buSzPts val="1400"/>
              <a:buNone/>
              <a:defRPr sz="1400"/>
            </a:lvl3pPr>
            <a:lvl4pPr indent="-228600" lvl="3" marL="1828800" algn="l">
              <a:lnSpc>
                <a:spcPct val="115000"/>
              </a:lnSpc>
              <a:spcBef>
                <a:spcPts val="0"/>
              </a:spcBef>
              <a:spcAft>
                <a:spcPts val="0"/>
              </a:spcAft>
              <a:buSzPts val="1400"/>
              <a:buNone/>
              <a:defRPr sz="1400"/>
            </a:lvl4pPr>
            <a:lvl5pPr indent="-228600" lvl="4" marL="2286000" algn="l">
              <a:lnSpc>
                <a:spcPct val="115000"/>
              </a:lnSpc>
              <a:spcBef>
                <a:spcPts val="0"/>
              </a:spcBef>
              <a:spcAft>
                <a:spcPts val="0"/>
              </a:spcAft>
              <a:buSzPts val="1400"/>
              <a:buNone/>
              <a:defRPr sz="14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170" name="Google Shape;170;p53"/>
          <p:cNvPicPr preferRelativeResize="0"/>
          <p:nvPr/>
        </p:nvPicPr>
        <p:blipFill rotWithShape="1">
          <a:blip r:embed="rId2">
            <a:alphaModFix/>
          </a:blip>
          <a:srcRect b="0" l="0" r="0" t="0"/>
          <a:stretch/>
        </p:blipFill>
        <p:spPr>
          <a:xfrm>
            <a:off x="7536180" y="209550"/>
            <a:ext cx="1386838" cy="533401"/>
          </a:xfrm>
          <a:prstGeom prst="rect">
            <a:avLst/>
          </a:prstGeom>
          <a:noFill/>
          <a:ln>
            <a:noFill/>
          </a:ln>
        </p:spPr>
      </p:pic>
      <p:sp>
        <p:nvSpPr>
          <p:cNvPr id="171" name="Google Shape;171;p53"/>
          <p:cNvSpPr txBox="1"/>
          <p:nvPr/>
        </p:nvSpPr>
        <p:spPr>
          <a:xfrm>
            <a:off x="5747300" y="4848224"/>
            <a:ext cx="2694900" cy="345900"/>
          </a:xfrm>
          <a:prstGeom prst="rect">
            <a:avLst/>
          </a:prstGeom>
          <a:noFill/>
          <a:ln>
            <a:noFill/>
          </a:ln>
        </p:spPr>
        <p:txBody>
          <a:bodyPr anchorCtr="0" anchor="t" bIns="91425" lIns="0" spcFirstLastPara="1" rIns="0" wrap="square" tIns="91425">
            <a:normAutofit/>
          </a:bodyPr>
          <a:lstStyle/>
          <a:p>
            <a:pPr indent="-342900" lvl="0" marL="457200" marR="0" rtl="0" algn="r">
              <a:lnSpc>
                <a:spcPct val="115000"/>
              </a:lnSpc>
              <a:spcBef>
                <a:spcPts val="0"/>
              </a:spcBef>
              <a:spcAft>
                <a:spcPts val="0"/>
              </a:spcAft>
              <a:buClr>
                <a:schemeClr val="lt1"/>
              </a:buClr>
              <a:buSzPts val="700"/>
              <a:buFont typeface="Poppins"/>
              <a:buNone/>
            </a:pPr>
            <a:r>
              <a:rPr b="0" i="0" lang="en" sz="700" u="none" cap="none" strike="noStrike">
                <a:solidFill>
                  <a:schemeClr val="lt1"/>
                </a:solidFill>
                <a:latin typeface="Poppins"/>
                <a:ea typeface="Poppins"/>
                <a:cs typeface="Poppins"/>
                <a:sym typeface="Poppins"/>
              </a:rPr>
              <a:t>Confidential 	</a:t>
            </a:r>
            <a:endParaRPr b="0" i="0" sz="1400" u="none" cap="none" strike="noStrike">
              <a:solidFill>
                <a:srgbClr val="000000"/>
              </a:solidFill>
              <a:latin typeface="Arial"/>
              <a:ea typeface="Arial"/>
              <a:cs typeface="Arial"/>
              <a:sym typeface="Arial"/>
            </a:endParaRPr>
          </a:p>
        </p:txBody>
      </p:sp>
      <p:sp>
        <p:nvSpPr>
          <p:cNvPr id="172" name="Google Shape;172;p53"/>
          <p:cNvSpPr txBox="1"/>
          <p:nvPr/>
        </p:nvSpPr>
        <p:spPr>
          <a:xfrm>
            <a:off x="8465127" y="4849743"/>
            <a:ext cx="2217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Poppins Light"/>
                <a:ea typeface="Poppins Light"/>
                <a:cs typeface="Poppins Light"/>
                <a:sym typeface="Poppins Light"/>
              </a:rPr>
              <a:t>|</a:t>
            </a:r>
            <a:endParaRPr b="0" i="0" sz="1400" u="none" cap="none" strike="noStrike">
              <a:solidFill>
                <a:schemeClr val="lt2"/>
              </a:solidFill>
              <a:latin typeface="Arial"/>
              <a:ea typeface="Arial"/>
              <a:cs typeface="Arial"/>
              <a:sym typeface="Arial"/>
            </a:endParaRPr>
          </a:p>
        </p:txBody>
      </p:sp>
    </p:spTree>
  </p:cSld>
  <p:clrMapOvr>
    <a:masterClrMapping/>
  </p:clrMapOvr>
  <p:extLst>
    <p:ext uri="{DCECCB84-F9BA-43D5-87BE-67443E8EF086}">
      <p15:sldGuideLst>
        <p15:guide id="1" pos="288">
          <p15:clr>
            <a:srgbClr val="FA7B17"/>
          </p15:clr>
        </p15:guide>
        <p15:guide id="2" pos="5184">
          <p15:clr>
            <a:srgbClr val="FA7B17"/>
          </p15:clr>
        </p15:guide>
        <p15:guide id="3" orient="horz" pos="1620">
          <p15:clr>
            <a:srgbClr val="FBAE40"/>
          </p15:clr>
        </p15:guide>
        <p15:guide id="4" orient="horz" pos="468">
          <p15:clr>
            <a:srgbClr val="FBAE40"/>
          </p15:clr>
        </p15:guide>
        <p15:guide id="5" pos="2880">
          <p15:clr>
            <a:srgbClr val="FBAE40"/>
          </p15:clr>
        </p15:guide>
        <p15:guide id="6" pos="55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Dark">
  <p:cSld name="1_Basic Slide 6">
    <p:bg>
      <p:bgPr>
        <a:solidFill>
          <a:schemeClr val="dk2"/>
        </a:solidFill>
      </p:bgPr>
    </p:bg>
    <p:spTree>
      <p:nvGrpSpPr>
        <p:cNvPr id="173" name="Shape 173"/>
        <p:cNvGrpSpPr/>
        <p:nvPr/>
      </p:nvGrpSpPr>
      <p:grpSpPr>
        <a:xfrm>
          <a:off x="0" y="0"/>
          <a:ext cx="0" cy="0"/>
          <a:chOff x="0" y="0"/>
          <a:chExt cx="0" cy="0"/>
        </a:xfrm>
      </p:grpSpPr>
      <p:sp>
        <p:nvSpPr>
          <p:cNvPr id="174" name="Google Shape;174;p54"/>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a:ea typeface="Poppins"/>
                <a:cs typeface="Poppins"/>
                <a:sym typeface="Poppins"/>
              </a:defRPr>
            </a:lvl9pPr>
          </a:lstStyle>
          <a:p>
            <a:pPr indent="0" lvl="0" marL="0" rtl="0" algn="l">
              <a:spcBef>
                <a:spcPts val="0"/>
              </a:spcBef>
              <a:spcAft>
                <a:spcPts val="0"/>
              </a:spcAft>
              <a:buNone/>
            </a:pPr>
            <a:fld id="{00000000-1234-1234-1234-123412341234}" type="slidenum">
              <a:rPr lang="en"/>
              <a:t>‹#›</a:t>
            </a:fld>
            <a:endParaRPr/>
          </a:p>
        </p:txBody>
      </p:sp>
      <p:sp>
        <p:nvSpPr>
          <p:cNvPr id="175" name="Google Shape;175;p54"/>
          <p:cNvSpPr txBox="1"/>
          <p:nvPr>
            <p:ph idx="1" type="subTitle"/>
          </p:nvPr>
        </p:nvSpPr>
        <p:spPr>
          <a:xfrm>
            <a:off x="342900" y="4860900"/>
            <a:ext cx="3787200" cy="362400"/>
          </a:xfrm>
          <a:prstGeom prst="rect">
            <a:avLst/>
          </a:prstGeom>
          <a:noFill/>
          <a:ln>
            <a:noFill/>
          </a:ln>
        </p:spPr>
        <p:txBody>
          <a:bodyPr anchorCtr="0" anchor="t" bIns="91425" lIns="0" spcFirstLastPara="1" rIns="91425" wrap="square" tIns="91425">
            <a:no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176" name="Google Shape;176;p54"/>
          <p:cNvSpPr txBox="1"/>
          <p:nvPr>
            <p:ph type="title"/>
          </p:nvPr>
        </p:nvSpPr>
        <p:spPr>
          <a:xfrm>
            <a:off x="342900" y="136845"/>
            <a:ext cx="7078500" cy="467700"/>
          </a:xfrm>
          <a:prstGeom prst="rect">
            <a:avLst/>
          </a:prstGeom>
          <a:noFill/>
          <a:ln>
            <a:noFill/>
          </a:ln>
        </p:spPr>
        <p:txBody>
          <a:bodyPr anchorCtr="0" anchor="t" bIns="91425" lIns="0" spcFirstLastPara="1" rIns="91425" wrap="square" tIns="91425">
            <a:noAutofit/>
          </a:bodyPr>
          <a:lstStyle>
            <a:lvl1pPr lvl="0" marR="0" algn="l">
              <a:lnSpc>
                <a:spcPct val="100000"/>
              </a:lnSpc>
              <a:spcBef>
                <a:spcPts val="0"/>
              </a:spcBef>
              <a:spcAft>
                <a:spcPts val="0"/>
              </a:spcAft>
              <a:buSzPts val="2400"/>
              <a:buNone/>
              <a:defRPr sz="2400">
                <a:solidFill>
                  <a:schemeClr val="lt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177" name="Google Shape;177;p54"/>
          <p:cNvSpPr txBox="1"/>
          <p:nvPr>
            <p:ph idx="2" type="body"/>
          </p:nvPr>
        </p:nvSpPr>
        <p:spPr>
          <a:xfrm>
            <a:off x="342899" y="560551"/>
            <a:ext cx="7090500" cy="2523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sz="1400">
                <a:solidFill>
                  <a:schemeClr val="lt2"/>
                </a:solidFill>
                <a:latin typeface="Poppins"/>
                <a:ea typeface="Poppins"/>
                <a:cs typeface="Poppins"/>
                <a:sym typeface="Poppins"/>
              </a:defRPr>
            </a:lvl1pPr>
            <a:lvl2pPr indent="-228600" lvl="1" marL="914400" algn="l">
              <a:lnSpc>
                <a:spcPct val="115000"/>
              </a:lnSpc>
              <a:spcBef>
                <a:spcPts val="0"/>
              </a:spcBef>
              <a:spcAft>
                <a:spcPts val="0"/>
              </a:spcAft>
              <a:buSzPts val="1600"/>
              <a:buNone/>
              <a:defRPr sz="1400"/>
            </a:lvl2pPr>
            <a:lvl3pPr indent="-228600" lvl="2" marL="1371600" algn="l">
              <a:lnSpc>
                <a:spcPct val="115000"/>
              </a:lnSpc>
              <a:spcBef>
                <a:spcPts val="0"/>
              </a:spcBef>
              <a:spcAft>
                <a:spcPts val="0"/>
              </a:spcAft>
              <a:buSzPts val="1400"/>
              <a:buNone/>
              <a:defRPr sz="1400"/>
            </a:lvl3pPr>
            <a:lvl4pPr indent="-228600" lvl="3" marL="1828800" algn="l">
              <a:lnSpc>
                <a:spcPct val="115000"/>
              </a:lnSpc>
              <a:spcBef>
                <a:spcPts val="0"/>
              </a:spcBef>
              <a:spcAft>
                <a:spcPts val="0"/>
              </a:spcAft>
              <a:buSzPts val="1400"/>
              <a:buNone/>
              <a:defRPr sz="1400"/>
            </a:lvl4pPr>
            <a:lvl5pPr indent="-228600" lvl="4" marL="2286000" algn="l">
              <a:lnSpc>
                <a:spcPct val="115000"/>
              </a:lnSpc>
              <a:spcBef>
                <a:spcPts val="0"/>
              </a:spcBef>
              <a:spcAft>
                <a:spcPts val="0"/>
              </a:spcAft>
              <a:buSzPts val="1400"/>
              <a:buNone/>
              <a:defRPr sz="14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178" name="Google Shape;178;p54"/>
          <p:cNvPicPr preferRelativeResize="0"/>
          <p:nvPr/>
        </p:nvPicPr>
        <p:blipFill rotWithShape="1">
          <a:blip r:embed="rId2">
            <a:alphaModFix/>
          </a:blip>
          <a:srcRect b="0" l="0" r="0" t="0"/>
          <a:stretch/>
        </p:blipFill>
        <p:spPr>
          <a:xfrm>
            <a:off x="7536180" y="209550"/>
            <a:ext cx="1386838" cy="533401"/>
          </a:xfrm>
          <a:prstGeom prst="rect">
            <a:avLst/>
          </a:prstGeom>
          <a:noFill/>
          <a:ln>
            <a:noFill/>
          </a:ln>
        </p:spPr>
      </p:pic>
      <p:sp>
        <p:nvSpPr>
          <p:cNvPr id="179" name="Google Shape;179;p54"/>
          <p:cNvSpPr txBox="1"/>
          <p:nvPr/>
        </p:nvSpPr>
        <p:spPr>
          <a:xfrm>
            <a:off x="5747300" y="4848224"/>
            <a:ext cx="2694900" cy="345900"/>
          </a:xfrm>
          <a:prstGeom prst="rect">
            <a:avLst/>
          </a:prstGeom>
          <a:noFill/>
          <a:ln>
            <a:noFill/>
          </a:ln>
        </p:spPr>
        <p:txBody>
          <a:bodyPr anchorCtr="0" anchor="t" bIns="91425" lIns="0" spcFirstLastPara="1" rIns="0" wrap="square" tIns="91425">
            <a:normAutofit/>
          </a:bodyPr>
          <a:lstStyle/>
          <a:p>
            <a:pPr indent="-342900" lvl="0" marL="457200" marR="0" rtl="0" algn="r">
              <a:lnSpc>
                <a:spcPct val="115000"/>
              </a:lnSpc>
              <a:spcBef>
                <a:spcPts val="0"/>
              </a:spcBef>
              <a:spcAft>
                <a:spcPts val="0"/>
              </a:spcAft>
              <a:buClr>
                <a:schemeClr val="lt1"/>
              </a:buClr>
              <a:buSzPts val="700"/>
              <a:buFont typeface="Poppins"/>
              <a:buNone/>
            </a:pPr>
            <a:r>
              <a:rPr b="0" i="0" lang="en" sz="700" u="none" cap="none" strike="noStrike">
                <a:solidFill>
                  <a:schemeClr val="lt1"/>
                </a:solidFill>
                <a:latin typeface="Poppins"/>
                <a:ea typeface="Poppins"/>
                <a:cs typeface="Poppins"/>
                <a:sym typeface="Poppins"/>
              </a:rPr>
              <a:t>Confidential 	</a:t>
            </a:r>
            <a:endParaRPr b="0" i="0" sz="1400" u="none" cap="none" strike="noStrike">
              <a:solidFill>
                <a:srgbClr val="000000"/>
              </a:solidFill>
              <a:latin typeface="Arial"/>
              <a:ea typeface="Arial"/>
              <a:cs typeface="Arial"/>
              <a:sym typeface="Arial"/>
            </a:endParaRPr>
          </a:p>
        </p:txBody>
      </p:sp>
      <p:sp>
        <p:nvSpPr>
          <p:cNvPr id="180" name="Google Shape;180;p54"/>
          <p:cNvSpPr txBox="1"/>
          <p:nvPr/>
        </p:nvSpPr>
        <p:spPr>
          <a:xfrm>
            <a:off x="8465127" y="4849743"/>
            <a:ext cx="2217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Poppins Light"/>
                <a:ea typeface="Poppins Light"/>
                <a:cs typeface="Poppins Light"/>
                <a:sym typeface="Poppins Light"/>
              </a:rPr>
              <a:t>|</a:t>
            </a:r>
            <a:endParaRPr b="0" i="0" sz="1400" u="none" cap="none" strike="noStrike">
              <a:solidFill>
                <a:schemeClr val="lt2"/>
              </a:solidFill>
              <a:latin typeface="Arial"/>
              <a:ea typeface="Arial"/>
              <a:cs typeface="Arial"/>
              <a:sym typeface="Arial"/>
            </a:endParaRPr>
          </a:p>
        </p:txBody>
      </p:sp>
      <p:sp>
        <p:nvSpPr>
          <p:cNvPr id="181" name="Google Shape;181;p54"/>
          <p:cNvSpPr txBox="1"/>
          <p:nvPr>
            <p:ph idx="3" type="body"/>
          </p:nvPr>
        </p:nvSpPr>
        <p:spPr>
          <a:xfrm>
            <a:off x="342900" y="921961"/>
            <a:ext cx="7085100" cy="3750900"/>
          </a:xfrm>
          <a:prstGeom prst="rect">
            <a:avLst/>
          </a:prstGeom>
          <a:noFill/>
          <a:ln>
            <a:noFill/>
          </a:ln>
        </p:spPr>
        <p:txBody>
          <a:bodyPr anchorCtr="0" anchor="t" bIns="91425" lIns="0" spcFirstLastPara="1" rIns="91425" wrap="square" tIns="91425">
            <a:noAutofit/>
          </a:bodyPr>
          <a:lstStyle>
            <a:lvl1pPr indent="-228600" lvl="0" marL="457200" algn="l">
              <a:lnSpc>
                <a:spcPct val="115000"/>
              </a:lnSpc>
              <a:spcBef>
                <a:spcPts val="0"/>
              </a:spcBef>
              <a:spcAft>
                <a:spcPts val="0"/>
              </a:spcAft>
              <a:buClr>
                <a:schemeClr val="accent2"/>
              </a:buClr>
              <a:buSzPts val="1800"/>
              <a:buNone/>
              <a:defRPr>
                <a:solidFill>
                  <a:schemeClr val="lt1"/>
                </a:solidFill>
              </a:defRPr>
            </a:lvl1pPr>
            <a:lvl2pPr indent="-330200" lvl="1" marL="914400" algn="l">
              <a:lnSpc>
                <a:spcPct val="115000"/>
              </a:lnSpc>
              <a:spcBef>
                <a:spcPts val="0"/>
              </a:spcBef>
              <a:spcAft>
                <a:spcPts val="0"/>
              </a:spcAft>
              <a:buClr>
                <a:schemeClr val="accent2"/>
              </a:buClr>
              <a:buSzPts val="1600"/>
              <a:buFont typeface="Courier New"/>
              <a:buChar char="o"/>
              <a:defRPr sz="1400">
                <a:solidFill>
                  <a:schemeClr val="lt1"/>
                </a:solidFill>
              </a:defRPr>
            </a:lvl2pPr>
            <a:lvl3pPr indent="-317500" lvl="2" marL="1371600" algn="l">
              <a:lnSpc>
                <a:spcPct val="115000"/>
              </a:lnSpc>
              <a:spcBef>
                <a:spcPts val="0"/>
              </a:spcBef>
              <a:spcAft>
                <a:spcPts val="0"/>
              </a:spcAft>
              <a:buClr>
                <a:schemeClr val="accent2"/>
              </a:buClr>
              <a:buSzPts val="1400"/>
              <a:buChar char="■"/>
              <a:defRPr sz="1400">
                <a:solidFill>
                  <a:schemeClr val="lt1"/>
                </a:solidFill>
              </a:defRPr>
            </a:lvl3pPr>
            <a:lvl4pPr indent="-317500" lvl="3" marL="1828800" algn="l">
              <a:lnSpc>
                <a:spcPct val="115000"/>
              </a:lnSpc>
              <a:spcBef>
                <a:spcPts val="0"/>
              </a:spcBef>
              <a:spcAft>
                <a:spcPts val="0"/>
              </a:spcAft>
              <a:buClr>
                <a:schemeClr val="accent2"/>
              </a:buClr>
              <a:buSzPts val="1400"/>
              <a:buFont typeface="Courier New"/>
              <a:buChar char="o"/>
              <a:defRPr sz="1400">
                <a:solidFill>
                  <a:schemeClr val="lt1"/>
                </a:solidFill>
              </a:defRPr>
            </a:lvl4pPr>
            <a:lvl5pPr indent="-317500" lvl="4" marL="2286000" algn="l">
              <a:lnSpc>
                <a:spcPct val="115000"/>
              </a:lnSpc>
              <a:spcBef>
                <a:spcPts val="0"/>
              </a:spcBef>
              <a:spcAft>
                <a:spcPts val="0"/>
              </a:spcAft>
              <a:buClr>
                <a:schemeClr val="accent2"/>
              </a:buClr>
              <a:buSzPts val="1400"/>
              <a:buFont typeface="Arial"/>
              <a:buChar char="•"/>
              <a:defRPr sz="1400">
                <a:solidFill>
                  <a:schemeClr val="lt1"/>
                </a:solidFill>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extLst>
    <p:ext uri="{DCECCB84-F9BA-43D5-87BE-67443E8EF086}">
      <p15:sldGuideLst>
        <p15:guide id="1" pos="288">
          <p15:clr>
            <a:srgbClr val="FA7B17"/>
          </p15:clr>
        </p15:guide>
        <p15:guide id="2" pos="5184">
          <p15:clr>
            <a:srgbClr val="FA7B17"/>
          </p15:clr>
        </p15:guide>
        <p15:guide id="3" orient="horz" pos="1620">
          <p15:clr>
            <a:srgbClr val="FBAE40"/>
          </p15:clr>
        </p15:guide>
        <p15:guide id="4" orient="horz" pos="46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1 1 1">
  <p:cSld name="Basic Slide 1 1">
    <p:spTree>
      <p:nvGrpSpPr>
        <p:cNvPr id="182" name="Shape 182"/>
        <p:cNvGrpSpPr/>
        <p:nvPr/>
      </p:nvGrpSpPr>
      <p:grpSpPr>
        <a:xfrm>
          <a:off x="0" y="0"/>
          <a:ext cx="0" cy="0"/>
          <a:chOff x="0" y="0"/>
          <a:chExt cx="0" cy="0"/>
        </a:xfrm>
      </p:grpSpPr>
      <p:sp>
        <p:nvSpPr>
          <p:cNvPr id="183" name="Google Shape;183;p55"/>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84" name="Google Shape;184;p55"/>
          <p:cNvSpPr/>
          <p:nvPr/>
        </p:nvSpPr>
        <p:spPr>
          <a:xfrm flipH="1" rot="-5400000">
            <a:off x="442494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185" name="Google Shape;185;p55"/>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pic>
        <p:nvPicPr>
          <p:cNvPr id="186" name="Google Shape;186;p55"/>
          <p:cNvPicPr preferRelativeResize="0"/>
          <p:nvPr/>
        </p:nvPicPr>
        <p:blipFill rotWithShape="1">
          <a:blip r:embed="rId2">
            <a:alphaModFix/>
          </a:blip>
          <a:srcRect b="0" l="0" r="0" t="0"/>
          <a:stretch/>
        </p:blipFill>
        <p:spPr>
          <a:xfrm>
            <a:off x="-11460" y="-5965"/>
            <a:ext cx="9196502" cy="4884049"/>
          </a:xfrm>
          <a:prstGeom prst="rect">
            <a:avLst/>
          </a:prstGeom>
          <a:noFill/>
          <a:ln>
            <a:noFill/>
          </a:ln>
        </p:spPr>
      </p:pic>
      <p:sp>
        <p:nvSpPr>
          <p:cNvPr id="187" name="Google Shape;187;p55"/>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lt1"/>
              </a:buClr>
              <a:buSzPts val="2400"/>
              <a:buNone/>
              <a:defRPr sz="2400">
                <a:solidFill>
                  <a:schemeClr val="lt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pic>
        <p:nvPicPr>
          <p:cNvPr id="188" name="Google Shape;188;p55"/>
          <p:cNvPicPr preferRelativeResize="0"/>
          <p:nvPr/>
        </p:nvPicPr>
        <p:blipFill rotWithShape="1">
          <a:blip r:embed="rId3">
            <a:alphaModFix/>
          </a:blip>
          <a:srcRect b="0" l="0" r="0" t="0"/>
          <a:stretch/>
        </p:blipFill>
        <p:spPr>
          <a:xfrm>
            <a:off x="8631200" y="94288"/>
            <a:ext cx="476900" cy="476900"/>
          </a:xfrm>
          <a:prstGeom prst="rect">
            <a:avLst/>
          </a:prstGeom>
          <a:noFill/>
          <a:ln>
            <a:noFill/>
          </a:ln>
        </p:spPr>
      </p:pic>
      <p:sp>
        <p:nvSpPr>
          <p:cNvPr id="189" name="Google Shape;189;p55"/>
          <p:cNvSpPr txBox="1"/>
          <p:nvPr>
            <p:ph idx="1"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16">
          <p15:clr>
            <a:srgbClr val="FA7B17"/>
          </p15:clr>
        </p15:guide>
        <p15:guide id="2" pos="3888">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 type="tx">
  <p:cSld name="TITLE_AND_BODY">
    <p:spTree>
      <p:nvGrpSpPr>
        <p:cNvPr id="194" name="Shape 194"/>
        <p:cNvGrpSpPr/>
        <p:nvPr/>
      </p:nvGrpSpPr>
      <p:grpSpPr>
        <a:xfrm>
          <a:off x="0" y="0"/>
          <a:ext cx="0" cy="0"/>
          <a:chOff x="0" y="0"/>
          <a:chExt cx="0" cy="0"/>
        </a:xfrm>
      </p:grpSpPr>
      <p:sp>
        <p:nvSpPr>
          <p:cNvPr id="195" name="Google Shape;195;p31"/>
          <p:cNvSpPr txBox="1"/>
          <p:nvPr>
            <p:ph idx="1" type="body"/>
          </p:nvPr>
        </p:nvSpPr>
        <p:spPr>
          <a:xfrm>
            <a:off x="159300" y="1152475"/>
            <a:ext cx="8778300" cy="3657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dk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9pPr>
          </a:lstStyle>
          <a:p/>
        </p:txBody>
      </p:sp>
      <p:sp>
        <p:nvSpPr>
          <p:cNvPr id="196" name="Google Shape;196;p31"/>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197" name="Google Shape;197;p31"/>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198" name="Google Shape;198;p31"/>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199" name="Google Shape;199;p31"/>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0" name="Shape 20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rimary">
  <p:cSld name="Title Slide Primary">
    <p:spTree>
      <p:nvGrpSpPr>
        <p:cNvPr id="201" name="Shape 201"/>
        <p:cNvGrpSpPr/>
        <p:nvPr/>
      </p:nvGrpSpPr>
      <p:grpSpPr>
        <a:xfrm>
          <a:off x="0" y="0"/>
          <a:ext cx="0" cy="0"/>
          <a:chOff x="0" y="0"/>
          <a:chExt cx="0" cy="0"/>
        </a:xfrm>
      </p:grpSpPr>
      <p:sp>
        <p:nvSpPr>
          <p:cNvPr id="202" name="Google Shape;202;p56"/>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03" name="Google Shape;203;p56"/>
          <p:cNvSpPr txBox="1"/>
          <p:nvPr>
            <p:ph type="ctrTitle"/>
          </p:nvPr>
        </p:nvSpPr>
        <p:spPr>
          <a:xfrm>
            <a:off x="365750" y="1043775"/>
            <a:ext cx="6489600" cy="136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400"/>
              <a:buFont typeface="Poppins Medium"/>
              <a:buNone/>
              <a:defRPr sz="3400">
                <a:solidFill>
                  <a:schemeClr val="lt1"/>
                </a:solidFill>
                <a:latin typeface="Poppins Medium"/>
                <a:ea typeface="Poppins Medium"/>
                <a:cs typeface="Poppins Medium"/>
                <a:sym typeface="Poppins Medium"/>
              </a:defRPr>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204" name="Google Shape;204;p56"/>
          <p:cNvSpPr txBox="1"/>
          <p:nvPr>
            <p:ph idx="1" type="subTitle"/>
          </p:nvPr>
        </p:nvSpPr>
        <p:spPr>
          <a:xfrm>
            <a:off x="365750" y="2409051"/>
            <a:ext cx="6489600" cy="4923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accent3"/>
              </a:buClr>
              <a:buSzPts val="2000"/>
              <a:buNone/>
              <a:defRPr sz="20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05" name="Google Shape;205;p56"/>
          <p:cNvPicPr preferRelativeResize="0"/>
          <p:nvPr/>
        </p:nvPicPr>
        <p:blipFill rotWithShape="1">
          <a:blip r:embed="rId2">
            <a:alphaModFix/>
          </a:blip>
          <a:srcRect b="0" l="0" r="0" t="0"/>
          <a:stretch/>
        </p:blipFill>
        <p:spPr>
          <a:xfrm>
            <a:off x="401026" y="142877"/>
            <a:ext cx="2157327" cy="634126"/>
          </a:xfrm>
          <a:prstGeom prst="rect">
            <a:avLst/>
          </a:prstGeom>
          <a:noFill/>
          <a:ln>
            <a:noFill/>
          </a:ln>
        </p:spPr>
      </p:pic>
      <p:sp>
        <p:nvSpPr>
          <p:cNvPr id="206" name="Google Shape;206;p56"/>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07" name="Google Shape;207;p56"/>
          <p:cNvPicPr preferRelativeResize="0"/>
          <p:nvPr/>
        </p:nvPicPr>
        <p:blipFill rotWithShape="1">
          <a:blip r:embed="rId3">
            <a:alphaModFix amt="16000"/>
          </a:blip>
          <a:srcRect b="13028" l="0" r="19555" t="0"/>
          <a:stretch/>
        </p:blipFill>
        <p:spPr>
          <a:xfrm>
            <a:off x="7444051" y="2739925"/>
            <a:ext cx="1705799" cy="2413476"/>
          </a:xfrm>
          <a:prstGeom prst="rect">
            <a:avLst/>
          </a:prstGeom>
          <a:noFill/>
          <a:ln>
            <a:noFill/>
          </a:ln>
        </p:spPr>
      </p:pic>
      <p:pic>
        <p:nvPicPr>
          <p:cNvPr id="208" name="Google Shape;208;p56"/>
          <p:cNvPicPr preferRelativeResize="0"/>
          <p:nvPr/>
        </p:nvPicPr>
        <p:blipFill rotWithShape="1">
          <a:blip r:embed="rId3">
            <a:alphaModFix amt="67000"/>
          </a:blip>
          <a:srcRect b="0" l="0" r="0" t="64358"/>
          <a:stretch/>
        </p:blipFill>
        <p:spPr>
          <a:xfrm>
            <a:off x="4490151" y="-9899"/>
            <a:ext cx="2120473" cy="989000"/>
          </a:xfrm>
          <a:prstGeom prst="rect">
            <a:avLst/>
          </a:prstGeom>
          <a:noFill/>
          <a:ln>
            <a:noFill/>
          </a:ln>
        </p:spPr>
      </p:pic>
    </p:spTree>
  </p:cSld>
  <p:clrMapOvr>
    <a:masterClrMapping/>
  </p:clrMapOvr>
  <p:extLst>
    <p:ext uri="{DCECCB84-F9BA-43D5-87BE-67443E8EF086}">
      <p15:sldGuideLst>
        <p15:guide id="1" orient="horz" pos="772">
          <p15:clr>
            <a:srgbClr val="FA7B17"/>
          </p15:clr>
        </p15:guide>
        <p15:guide id="2" orient="horz" pos="2281">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1_Title and body 1">
    <p:spTree>
      <p:nvGrpSpPr>
        <p:cNvPr id="209" name="Shape 209"/>
        <p:cNvGrpSpPr/>
        <p:nvPr/>
      </p:nvGrpSpPr>
      <p:grpSpPr>
        <a:xfrm>
          <a:off x="0" y="0"/>
          <a:ext cx="0" cy="0"/>
          <a:chOff x="0" y="0"/>
          <a:chExt cx="0" cy="0"/>
        </a:xfrm>
      </p:grpSpPr>
      <p:sp>
        <p:nvSpPr>
          <p:cNvPr id="210" name="Google Shape;210;p57"/>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211" name="Google Shape;211;p57"/>
          <p:cNvPicPr preferRelativeResize="0"/>
          <p:nvPr/>
        </p:nvPicPr>
        <p:blipFill rotWithShape="1">
          <a:blip r:embed="rId2">
            <a:alphaModFix/>
          </a:blip>
          <a:srcRect b="0" l="0" r="0" t="5015"/>
          <a:stretch/>
        </p:blipFill>
        <p:spPr>
          <a:xfrm>
            <a:off x="1408479" y="0"/>
            <a:ext cx="7735521" cy="4904259"/>
          </a:xfrm>
          <a:prstGeom prst="rect">
            <a:avLst/>
          </a:prstGeom>
          <a:noFill/>
          <a:ln>
            <a:noFill/>
          </a:ln>
        </p:spPr>
      </p:pic>
      <p:sp>
        <p:nvSpPr>
          <p:cNvPr id="212" name="Google Shape;212;p57"/>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13" name="Google Shape;213;p57"/>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lt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solidFill>
                  <a:schemeClr val="lt1"/>
                </a:solidFill>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9pPr>
          </a:lstStyle>
          <a:p/>
        </p:txBody>
      </p:sp>
      <p:pic>
        <p:nvPicPr>
          <p:cNvPr id="214" name="Google Shape;214;p57"/>
          <p:cNvPicPr preferRelativeResize="0"/>
          <p:nvPr/>
        </p:nvPicPr>
        <p:blipFill rotWithShape="1">
          <a:blip r:embed="rId3">
            <a:alphaModFix/>
          </a:blip>
          <a:srcRect b="0" l="0" r="0" t="0"/>
          <a:stretch/>
        </p:blipFill>
        <p:spPr>
          <a:xfrm>
            <a:off x="8631201" y="94288"/>
            <a:ext cx="476900" cy="476900"/>
          </a:xfrm>
          <a:prstGeom prst="rect">
            <a:avLst/>
          </a:prstGeom>
          <a:noFill/>
          <a:ln>
            <a:noFill/>
          </a:ln>
        </p:spPr>
      </p:pic>
      <p:sp>
        <p:nvSpPr>
          <p:cNvPr id="215" name="Google Shape;215;p57"/>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216" name="Google Shape;216;p57"/>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217" name="Google Shape;217;p57"/>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a:solidFill>
                  <a:schemeClr val="lt1"/>
                </a:solidFill>
              </a:defRPr>
            </a:lvl1pPr>
            <a:lvl2pPr lvl="1"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18" name="Google Shape;218;p57"/>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p:cSld name="Basic Slide">
    <p:spTree>
      <p:nvGrpSpPr>
        <p:cNvPr id="219" name="Shape 219"/>
        <p:cNvGrpSpPr/>
        <p:nvPr/>
      </p:nvGrpSpPr>
      <p:grpSpPr>
        <a:xfrm>
          <a:off x="0" y="0"/>
          <a:ext cx="0" cy="0"/>
          <a:chOff x="0" y="0"/>
          <a:chExt cx="0" cy="0"/>
        </a:xfrm>
      </p:grpSpPr>
      <p:sp>
        <p:nvSpPr>
          <p:cNvPr id="220" name="Google Shape;220;p58"/>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21" name="Google Shape;221;p58"/>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222" name="Google Shape;222;p58"/>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223" name="Google Shape;223;p58"/>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pos="216">
          <p15:clr>
            <a:srgbClr val="FA7B17"/>
          </p15:clr>
        </p15:guide>
        <p15:guide id="2" pos="3888">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 and body 1">
    <p:spTree>
      <p:nvGrpSpPr>
        <p:cNvPr id="224" name="Shape 224"/>
        <p:cNvGrpSpPr/>
        <p:nvPr/>
      </p:nvGrpSpPr>
      <p:grpSpPr>
        <a:xfrm>
          <a:off x="0" y="0"/>
          <a:ext cx="0" cy="0"/>
          <a:chOff x="0" y="0"/>
          <a:chExt cx="0" cy="0"/>
        </a:xfrm>
      </p:grpSpPr>
      <p:sp>
        <p:nvSpPr>
          <p:cNvPr id="225" name="Google Shape;225;p59"/>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26" name="Google Shape;226;p59"/>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27" name="Google Shape;227;p59"/>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lt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solidFill>
                  <a:schemeClr val="lt1"/>
                </a:solidFill>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9pPr>
          </a:lstStyle>
          <a:p/>
        </p:txBody>
      </p:sp>
      <p:pic>
        <p:nvPicPr>
          <p:cNvPr id="228" name="Google Shape;228;p59"/>
          <p:cNvPicPr preferRelativeResize="0"/>
          <p:nvPr/>
        </p:nvPicPr>
        <p:blipFill rotWithShape="1">
          <a:blip r:embed="rId2">
            <a:alphaModFix/>
          </a:blip>
          <a:srcRect b="0" l="0" r="0" t="0"/>
          <a:stretch/>
        </p:blipFill>
        <p:spPr>
          <a:xfrm>
            <a:off x="8631201" y="94288"/>
            <a:ext cx="476900" cy="476900"/>
          </a:xfrm>
          <a:prstGeom prst="rect">
            <a:avLst/>
          </a:prstGeom>
          <a:noFill/>
          <a:ln>
            <a:noFill/>
          </a:ln>
        </p:spPr>
      </p:pic>
      <p:sp>
        <p:nvSpPr>
          <p:cNvPr id="229" name="Google Shape;229;p59"/>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230" name="Google Shape;230;p59"/>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231" name="Google Shape;231;p59"/>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a:solidFill>
                  <a:schemeClr val="lt1"/>
                </a:solidFill>
              </a:defRPr>
            </a:lvl1pPr>
            <a:lvl2pPr lvl="1"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232" name="Google Shape;232;p59"/>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spTree>
      <p:nvGrpSpPr>
        <p:cNvPr id="233" name="Shape 233"/>
        <p:cNvGrpSpPr/>
        <p:nvPr/>
      </p:nvGrpSpPr>
      <p:grpSpPr>
        <a:xfrm>
          <a:off x="0" y="0"/>
          <a:ext cx="0" cy="0"/>
          <a:chOff x="0" y="0"/>
          <a:chExt cx="0" cy="0"/>
        </a:xfrm>
      </p:grpSpPr>
      <p:sp>
        <p:nvSpPr>
          <p:cNvPr id="234" name="Google Shape;234;p60"/>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35" name="Google Shape;235;p60"/>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Font typeface="Poppins Medium"/>
              <a:buNone/>
              <a:defRPr b="0" sz="36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pic>
        <p:nvPicPr>
          <p:cNvPr id="236" name="Google Shape;236;p60"/>
          <p:cNvPicPr preferRelativeResize="0"/>
          <p:nvPr/>
        </p:nvPicPr>
        <p:blipFill rotWithShape="1">
          <a:blip r:embed="rId2">
            <a:alphaModFix/>
          </a:blip>
          <a:srcRect b="0" l="0" r="0" t="0"/>
          <a:stretch/>
        </p:blipFill>
        <p:spPr>
          <a:xfrm>
            <a:off x="3360550" y="4034579"/>
            <a:ext cx="2422912" cy="712201"/>
          </a:xfrm>
          <a:prstGeom prst="rect">
            <a:avLst/>
          </a:prstGeom>
          <a:noFill/>
          <a:ln>
            <a:noFill/>
          </a:ln>
        </p:spPr>
      </p:pic>
      <p:pic>
        <p:nvPicPr>
          <p:cNvPr id="237" name="Google Shape;237;p60"/>
          <p:cNvPicPr preferRelativeResize="0"/>
          <p:nvPr/>
        </p:nvPicPr>
        <p:blipFill rotWithShape="1">
          <a:blip r:embed="rId3">
            <a:alphaModFix amt="16000"/>
          </a:blip>
          <a:srcRect b="13028" l="0" r="19555" t="0"/>
          <a:stretch/>
        </p:blipFill>
        <p:spPr>
          <a:xfrm>
            <a:off x="7444050" y="2739925"/>
            <a:ext cx="1705799" cy="2413476"/>
          </a:xfrm>
          <a:prstGeom prst="rect">
            <a:avLst/>
          </a:prstGeom>
          <a:noFill/>
          <a:ln>
            <a:noFill/>
          </a:ln>
        </p:spPr>
      </p:pic>
      <p:pic>
        <p:nvPicPr>
          <p:cNvPr id="238" name="Google Shape;238;p60"/>
          <p:cNvPicPr preferRelativeResize="0"/>
          <p:nvPr/>
        </p:nvPicPr>
        <p:blipFill rotWithShape="1">
          <a:blip r:embed="rId3">
            <a:alphaModFix amt="41000"/>
          </a:blip>
          <a:srcRect b="-1845" l="41870" r="0" t="34477"/>
          <a:stretch/>
        </p:blipFill>
        <p:spPr>
          <a:xfrm>
            <a:off x="0" y="-9900"/>
            <a:ext cx="1232676" cy="186945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Map">
    <p:spTree>
      <p:nvGrpSpPr>
        <p:cNvPr id="239" name="Shape 239"/>
        <p:cNvGrpSpPr/>
        <p:nvPr/>
      </p:nvGrpSpPr>
      <p:grpSpPr>
        <a:xfrm>
          <a:off x="0" y="0"/>
          <a:ext cx="0" cy="0"/>
          <a:chOff x="0" y="0"/>
          <a:chExt cx="0" cy="0"/>
        </a:xfrm>
      </p:grpSpPr>
      <p:sp>
        <p:nvSpPr>
          <p:cNvPr id="240" name="Google Shape;240;p61"/>
          <p:cNvSpPr txBox="1"/>
          <p:nvPr>
            <p:ph idx="1" type="body"/>
          </p:nvPr>
        </p:nvSpPr>
        <p:spPr>
          <a:xfrm>
            <a:off x="423550" y="667321"/>
            <a:ext cx="8387100" cy="346500"/>
          </a:xfrm>
          <a:prstGeom prst="rect">
            <a:avLst/>
          </a:prstGeom>
          <a:noFill/>
          <a:ln>
            <a:noFill/>
          </a:ln>
        </p:spPr>
        <p:txBody>
          <a:bodyPr anchorCtr="0" anchor="t" bIns="91425" lIns="0" spcFirstLastPara="1" rIns="0" wrap="square" tIns="91425">
            <a:noAutofit/>
          </a:bodyPr>
          <a:lstStyle>
            <a:lvl1pPr indent="-228600" lvl="0" marL="457200" algn="l">
              <a:lnSpc>
                <a:spcPct val="115000"/>
              </a:lnSpc>
              <a:spcBef>
                <a:spcPts val="0"/>
              </a:spcBef>
              <a:spcAft>
                <a:spcPts val="0"/>
              </a:spcAft>
              <a:buSzPts val="18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115000"/>
              </a:lnSpc>
              <a:spcBef>
                <a:spcPts val="0"/>
              </a:spcBef>
              <a:spcAft>
                <a:spcPts val="0"/>
              </a:spcAft>
              <a:buSzPts val="1600"/>
              <a:buFont typeface="Roboto"/>
              <a:buNone/>
              <a:defRPr/>
            </a:lvl2pPr>
            <a:lvl3pPr indent="-228600" lvl="2" marL="1371600" algn="l">
              <a:lnSpc>
                <a:spcPct val="115000"/>
              </a:lnSpc>
              <a:spcBef>
                <a:spcPts val="0"/>
              </a:spcBef>
              <a:spcAft>
                <a:spcPts val="0"/>
              </a:spcAft>
              <a:buSzPts val="1400"/>
              <a:buFont typeface="Roboto"/>
              <a:buNone/>
              <a:defRPr/>
            </a:lvl3pPr>
            <a:lvl4pPr indent="-228600" lvl="3" marL="1828800" algn="l">
              <a:lnSpc>
                <a:spcPct val="115000"/>
              </a:lnSpc>
              <a:spcBef>
                <a:spcPts val="0"/>
              </a:spcBef>
              <a:spcAft>
                <a:spcPts val="0"/>
              </a:spcAft>
              <a:buSzPts val="1400"/>
              <a:buFont typeface="Roboto"/>
              <a:buNone/>
              <a:defRPr/>
            </a:lvl4pPr>
            <a:lvl5pPr indent="-228600" lvl="4" marL="2286000" algn="l">
              <a:lnSpc>
                <a:spcPct val="115000"/>
              </a:lnSpc>
              <a:spcBef>
                <a:spcPts val="0"/>
              </a:spcBef>
              <a:spcAft>
                <a:spcPts val="0"/>
              </a:spcAft>
              <a:buSzPts val="1400"/>
              <a:buFont typeface="Roboto"/>
              <a:buNone/>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1" name="Google Shape;241;p61"/>
          <p:cNvSpPr txBox="1"/>
          <p:nvPr>
            <p:ph type="title"/>
          </p:nvPr>
        </p:nvSpPr>
        <p:spPr>
          <a:xfrm>
            <a:off x="341111" y="263246"/>
            <a:ext cx="8469600" cy="390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2" name="Google Shape;242;p61"/>
          <p:cNvSpPr txBox="1"/>
          <p:nvPr>
            <p:ph idx="11" type="ftr"/>
          </p:nvPr>
        </p:nvSpPr>
        <p:spPr>
          <a:xfrm>
            <a:off x="3028950" y="4870133"/>
            <a:ext cx="30861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9pPr>
          </a:lstStyle>
          <a:p/>
        </p:txBody>
      </p:sp>
      <p:sp>
        <p:nvSpPr>
          <p:cNvPr id="243" name="Google Shape;243;p61"/>
          <p:cNvSpPr txBox="1"/>
          <p:nvPr>
            <p:ph idx="12" type="sldNum"/>
          </p:nvPr>
        </p:nvSpPr>
        <p:spPr>
          <a:xfrm>
            <a:off x="8126944" y="4887995"/>
            <a:ext cx="736800" cy="2490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774">
          <p15:clr>
            <a:srgbClr val="FBAE40"/>
          </p15:clr>
        </p15:guide>
        <p15:guide id="2" pos="390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I">
  <p:cSld name="1_Title and Content I">
    <p:spTree>
      <p:nvGrpSpPr>
        <p:cNvPr id="244" name="Shape 244"/>
        <p:cNvGrpSpPr/>
        <p:nvPr/>
      </p:nvGrpSpPr>
      <p:grpSpPr>
        <a:xfrm>
          <a:off x="0" y="0"/>
          <a:ext cx="0" cy="0"/>
          <a:chOff x="0" y="0"/>
          <a:chExt cx="0" cy="0"/>
        </a:xfrm>
      </p:grpSpPr>
      <p:sp>
        <p:nvSpPr>
          <p:cNvPr id="245" name="Google Shape;245;p62"/>
          <p:cNvSpPr txBox="1"/>
          <p:nvPr>
            <p:ph type="title"/>
          </p:nvPr>
        </p:nvSpPr>
        <p:spPr>
          <a:xfrm>
            <a:off x="354331" y="265453"/>
            <a:ext cx="8403000" cy="388800"/>
          </a:xfrm>
          <a:prstGeom prst="rect">
            <a:avLst/>
          </a:prstGeom>
          <a:noFill/>
          <a:ln>
            <a:noFill/>
          </a:ln>
        </p:spPr>
        <p:txBody>
          <a:bodyPr anchorCtr="0" anchor="t" bIns="91425" lIns="91425" spcFirstLastPara="1" rIns="91425" wrap="square" tIns="91425">
            <a:noAutofit/>
          </a:bodyPr>
          <a:lstStyle>
            <a:lvl1pPr lvl="0" algn="l">
              <a:lnSpc>
                <a:spcPct val="110000"/>
              </a:lnSpc>
              <a:spcBef>
                <a:spcPts val="0"/>
              </a:spcBef>
              <a:spcAft>
                <a:spcPts val="0"/>
              </a:spcAft>
              <a:buSzPts val="2300"/>
              <a:buNone/>
              <a:defRPr b="1" i="0" sz="2300">
                <a:solidFill>
                  <a:srgbClr val="4A6671"/>
                </a:solidFill>
                <a:latin typeface="Century Gothic"/>
                <a:ea typeface="Century Gothic"/>
                <a:cs typeface="Century Gothic"/>
                <a:sym typeface="Century Gothic"/>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6" name="Google Shape;246;p62"/>
          <p:cNvSpPr txBox="1"/>
          <p:nvPr>
            <p:ph idx="1" type="body"/>
          </p:nvPr>
        </p:nvSpPr>
        <p:spPr>
          <a:xfrm>
            <a:off x="364270" y="667321"/>
            <a:ext cx="8393100" cy="346500"/>
          </a:xfrm>
          <a:prstGeom prst="rect">
            <a:avLst/>
          </a:prstGeom>
          <a:noFill/>
          <a:ln>
            <a:noFill/>
          </a:ln>
        </p:spPr>
        <p:txBody>
          <a:bodyPr anchorCtr="0" anchor="t" bIns="91425" lIns="91425" spcFirstLastPara="1" rIns="91425" wrap="square" tIns="91425">
            <a:normAutofit/>
          </a:bodyPr>
          <a:lstStyle>
            <a:lvl1pPr indent="-228600" lvl="0" marL="457200" algn="l">
              <a:lnSpc>
                <a:spcPct val="115000"/>
              </a:lnSpc>
              <a:spcBef>
                <a:spcPts val="0"/>
              </a:spcBef>
              <a:spcAft>
                <a:spcPts val="0"/>
              </a:spcAft>
              <a:buSzPts val="1800"/>
              <a:buFont typeface="Century Gothic"/>
              <a:buNone/>
              <a:defRPr b="0" i="0" sz="1700">
                <a:solidFill>
                  <a:srgbClr val="89A1AA"/>
                </a:solidFill>
                <a:latin typeface="Century Gothic"/>
                <a:ea typeface="Century Gothic"/>
                <a:cs typeface="Century Gothic"/>
                <a:sym typeface="Century Gothic"/>
              </a:defRPr>
            </a:lvl1pPr>
            <a:lvl2pPr indent="-228600" lvl="1" marL="914400" algn="l">
              <a:lnSpc>
                <a:spcPct val="115000"/>
              </a:lnSpc>
              <a:spcBef>
                <a:spcPts val="0"/>
              </a:spcBef>
              <a:spcAft>
                <a:spcPts val="0"/>
              </a:spcAft>
              <a:buSzPts val="1600"/>
              <a:buFont typeface="Roboto"/>
              <a:buNone/>
              <a:defRPr/>
            </a:lvl2pPr>
            <a:lvl3pPr indent="-228600" lvl="2" marL="1371600" algn="l">
              <a:lnSpc>
                <a:spcPct val="115000"/>
              </a:lnSpc>
              <a:spcBef>
                <a:spcPts val="0"/>
              </a:spcBef>
              <a:spcAft>
                <a:spcPts val="0"/>
              </a:spcAft>
              <a:buSzPts val="1400"/>
              <a:buFont typeface="Roboto"/>
              <a:buNone/>
              <a:defRPr/>
            </a:lvl3pPr>
            <a:lvl4pPr indent="-228600" lvl="3" marL="1828800" algn="l">
              <a:lnSpc>
                <a:spcPct val="115000"/>
              </a:lnSpc>
              <a:spcBef>
                <a:spcPts val="0"/>
              </a:spcBef>
              <a:spcAft>
                <a:spcPts val="0"/>
              </a:spcAft>
              <a:buSzPts val="1400"/>
              <a:buFont typeface="Roboto"/>
              <a:buNone/>
              <a:defRPr/>
            </a:lvl4pPr>
            <a:lvl5pPr indent="-228600" lvl="4" marL="2286000" algn="l">
              <a:lnSpc>
                <a:spcPct val="115000"/>
              </a:lnSpc>
              <a:spcBef>
                <a:spcPts val="0"/>
              </a:spcBef>
              <a:spcAft>
                <a:spcPts val="0"/>
              </a:spcAft>
              <a:buSzPts val="1400"/>
              <a:buFont typeface="Roboto"/>
              <a:buNone/>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7" name="Google Shape;247;p62"/>
          <p:cNvSpPr txBox="1"/>
          <p:nvPr>
            <p:ph idx="2" type="body"/>
          </p:nvPr>
        </p:nvSpPr>
        <p:spPr>
          <a:xfrm>
            <a:off x="745004" y="1619103"/>
            <a:ext cx="8012400" cy="2481000"/>
          </a:xfrm>
          <a:prstGeom prst="rect">
            <a:avLst/>
          </a:prstGeom>
          <a:noFill/>
          <a:ln>
            <a:noFill/>
          </a:ln>
        </p:spPr>
        <p:txBody>
          <a:bodyPr anchorCtr="0" anchor="t" bIns="91425" lIns="91425" spcFirstLastPara="1" rIns="91425" wrap="square" tIns="91425">
            <a:normAutofit/>
          </a:bodyPr>
          <a:lstStyle>
            <a:lvl1pPr indent="-317500" lvl="0" marL="457200" algn="l">
              <a:lnSpc>
                <a:spcPct val="110000"/>
              </a:lnSpc>
              <a:spcBef>
                <a:spcPts val="0"/>
              </a:spcBef>
              <a:spcAft>
                <a:spcPts val="0"/>
              </a:spcAft>
              <a:buSzPts val="1400"/>
              <a:buFont typeface="Arial"/>
              <a:buChar char="◦"/>
              <a:defRPr b="0" i="0" sz="1600">
                <a:solidFill>
                  <a:srgbClr val="4A6671"/>
                </a:solidFill>
                <a:latin typeface="Century Gothic"/>
                <a:ea typeface="Century Gothic"/>
                <a:cs typeface="Century Gothic"/>
                <a:sym typeface="Century Gothic"/>
              </a:defRPr>
            </a:lvl1pPr>
            <a:lvl2pPr indent="-279400" lvl="1" marL="914400" algn="l">
              <a:lnSpc>
                <a:spcPct val="110000"/>
              </a:lnSpc>
              <a:spcBef>
                <a:spcPts val="0"/>
              </a:spcBef>
              <a:spcAft>
                <a:spcPts val="0"/>
              </a:spcAft>
              <a:buSzPts val="800"/>
              <a:buFont typeface="Merriweather Sans"/>
              <a:buChar char="◦"/>
              <a:defRPr b="0" i="0" sz="1300">
                <a:latin typeface="Century Gothic"/>
                <a:ea typeface="Century Gothic"/>
                <a:cs typeface="Century Gothic"/>
                <a:sym typeface="Century Gothic"/>
              </a:defRPr>
            </a:lvl2pPr>
            <a:lvl3pPr indent="-279400" lvl="2" marL="1371600" algn="l">
              <a:lnSpc>
                <a:spcPct val="110000"/>
              </a:lnSpc>
              <a:spcBef>
                <a:spcPts val="0"/>
              </a:spcBef>
              <a:spcAft>
                <a:spcPts val="0"/>
              </a:spcAft>
              <a:buSzPts val="800"/>
              <a:buFont typeface="Arial"/>
              <a:buChar char="-"/>
              <a:defRPr b="0" i="0" sz="1300">
                <a:latin typeface="Century Gothic"/>
                <a:ea typeface="Century Gothic"/>
                <a:cs typeface="Century Gothic"/>
                <a:sym typeface="Century Gothic"/>
              </a:defRPr>
            </a:lvl3pPr>
            <a:lvl4pPr indent="-317500" lvl="3" marL="1828800" algn="l">
              <a:lnSpc>
                <a:spcPct val="115000"/>
              </a:lnSpc>
              <a:spcBef>
                <a:spcPts val="0"/>
              </a:spcBef>
              <a:spcAft>
                <a:spcPts val="0"/>
              </a:spcAft>
              <a:buSzPts val="1400"/>
              <a:buFont typeface="Merriweather Sans"/>
              <a:buChar char="◦"/>
              <a:defRPr b="0" i="0">
                <a:latin typeface="Gill Sans"/>
                <a:ea typeface="Gill Sans"/>
                <a:cs typeface="Gill Sans"/>
                <a:sym typeface="Gill Sans"/>
              </a:defRPr>
            </a:lvl4pPr>
            <a:lvl5pPr indent="-317500" lvl="4" marL="2286000" algn="l">
              <a:lnSpc>
                <a:spcPct val="115000"/>
              </a:lnSpc>
              <a:spcBef>
                <a:spcPts val="0"/>
              </a:spcBef>
              <a:spcAft>
                <a:spcPts val="0"/>
              </a:spcAft>
              <a:buSzPts val="1400"/>
              <a:buFont typeface="Merriweather Sans"/>
              <a:buChar char="◦"/>
              <a:defRPr b="0" i="0">
                <a:latin typeface="Gill Sans"/>
                <a:ea typeface="Gill Sans"/>
                <a:cs typeface="Gill Sans"/>
                <a:sym typeface="Gill Sans"/>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8" name="Google Shape;248;p62"/>
          <p:cNvSpPr txBox="1"/>
          <p:nvPr>
            <p:ph idx="12" type="sldNum"/>
          </p:nvPr>
        </p:nvSpPr>
        <p:spPr>
          <a:xfrm>
            <a:off x="8022055" y="4887995"/>
            <a:ext cx="736800" cy="2490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62"/>
          <p:cNvSpPr txBox="1"/>
          <p:nvPr>
            <p:ph idx="11" type="ftr"/>
          </p:nvPr>
        </p:nvSpPr>
        <p:spPr>
          <a:xfrm>
            <a:off x="3028950" y="4870133"/>
            <a:ext cx="30861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8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Title + Text">
    <p:spTree>
      <p:nvGrpSpPr>
        <p:cNvPr id="250" name="Shape 250"/>
        <p:cNvGrpSpPr/>
        <p:nvPr/>
      </p:nvGrpSpPr>
      <p:grpSpPr>
        <a:xfrm>
          <a:off x="0" y="0"/>
          <a:ext cx="0" cy="0"/>
          <a:chOff x="0" y="0"/>
          <a:chExt cx="0" cy="0"/>
        </a:xfrm>
      </p:grpSpPr>
      <p:sp>
        <p:nvSpPr>
          <p:cNvPr id="251" name="Google Shape;251;p63"/>
          <p:cNvSpPr txBox="1"/>
          <p:nvPr>
            <p:ph idx="1" type="body"/>
          </p:nvPr>
        </p:nvSpPr>
        <p:spPr>
          <a:xfrm>
            <a:off x="339329" y="1256169"/>
            <a:ext cx="8418000" cy="3401700"/>
          </a:xfrm>
          <a:prstGeom prst="rect">
            <a:avLst/>
          </a:prstGeom>
          <a:noFill/>
          <a:ln>
            <a:noFill/>
          </a:ln>
        </p:spPr>
        <p:txBody>
          <a:bodyPr anchorCtr="0" anchor="t" bIns="91425" lIns="0" spcFirstLastPara="1" rIns="0" wrap="square" tIns="91425">
            <a:noAutofit/>
          </a:bodyPr>
          <a:lstStyle>
            <a:lvl1pPr indent="-317500" lvl="0" marL="457200" algn="l">
              <a:lnSpc>
                <a:spcPct val="110000"/>
              </a:lnSpc>
              <a:spcBef>
                <a:spcPts val="0"/>
              </a:spcBef>
              <a:spcAft>
                <a:spcPts val="0"/>
              </a:spcAft>
              <a:buClr>
                <a:schemeClr val="accent3"/>
              </a:buClr>
              <a:buSzPts val="1400"/>
              <a:buFont typeface="Arial"/>
              <a:buChar char="◦"/>
              <a:defRPr b="1" i="0" sz="1600">
                <a:solidFill>
                  <a:schemeClr val="accent1"/>
                </a:solidFill>
                <a:latin typeface="Century Gothic"/>
                <a:ea typeface="Century Gothic"/>
                <a:cs typeface="Century Gothic"/>
                <a:sym typeface="Century Gothic"/>
              </a:defRPr>
            </a:lvl1pPr>
            <a:lvl2pPr indent="-279400" lvl="1" marL="914400" algn="l">
              <a:lnSpc>
                <a:spcPct val="110000"/>
              </a:lnSpc>
              <a:spcBef>
                <a:spcPts val="0"/>
              </a:spcBef>
              <a:spcAft>
                <a:spcPts val="0"/>
              </a:spcAft>
              <a:buSzPts val="800"/>
              <a:buFont typeface="Merriweather Sans"/>
              <a:buChar char="◦"/>
              <a:defRPr b="0" i="0" sz="1300">
                <a:latin typeface="Century Gothic"/>
                <a:ea typeface="Century Gothic"/>
                <a:cs typeface="Century Gothic"/>
                <a:sym typeface="Century Gothic"/>
              </a:defRPr>
            </a:lvl2pPr>
            <a:lvl3pPr indent="-279400" lvl="2" marL="1371600" algn="l">
              <a:lnSpc>
                <a:spcPct val="110000"/>
              </a:lnSpc>
              <a:spcBef>
                <a:spcPts val="0"/>
              </a:spcBef>
              <a:spcAft>
                <a:spcPts val="0"/>
              </a:spcAft>
              <a:buSzPts val="800"/>
              <a:buFont typeface="Arial"/>
              <a:buChar char="-"/>
              <a:defRPr b="0" i="0" sz="1300">
                <a:latin typeface="Century Gothic"/>
                <a:ea typeface="Century Gothic"/>
                <a:cs typeface="Century Gothic"/>
                <a:sym typeface="Century Gothic"/>
              </a:defRPr>
            </a:lvl3pPr>
            <a:lvl4pPr indent="-317500" lvl="3" marL="1828800" algn="l">
              <a:lnSpc>
                <a:spcPct val="115000"/>
              </a:lnSpc>
              <a:spcBef>
                <a:spcPts val="0"/>
              </a:spcBef>
              <a:spcAft>
                <a:spcPts val="0"/>
              </a:spcAft>
              <a:buSzPts val="1400"/>
              <a:buFont typeface="Merriweather Sans"/>
              <a:buChar char="◦"/>
              <a:defRPr b="0" i="0">
                <a:latin typeface="Gill Sans"/>
                <a:ea typeface="Gill Sans"/>
                <a:cs typeface="Gill Sans"/>
                <a:sym typeface="Gill Sans"/>
              </a:defRPr>
            </a:lvl4pPr>
            <a:lvl5pPr indent="-317500" lvl="4" marL="2286000" algn="l">
              <a:lnSpc>
                <a:spcPct val="115000"/>
              </a:lnSpc>
              <a:spcBef>
                <a:spcPts val="0"/>
              </a:spcBef>
              <a:spcAft>
                <a:spcPts val="0"/>
              </a:spcAft>
              <a:buSzPts val="1400"/>
              <a:buFont typeface="Merriweather Sans"/>
              <a:buChar char="◦"/>
              <a:defRPr b="0" i="0">
                <a:latin typeface="Gill Sans"/>
                <a:ea typeface="Gill Sans"/>
                <a:cs typeface="Gill Sans"/>
                <a:sym typeface="Gill Sans"/>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2" name="Google Shape;252;p63"/>
          <p:cNvSpPr txBox="1"/>
          <p:nvPr>
            <p:ph idx="2" type="body"/>
          </p:nvPr>
        </p:nvSpPr>
        <p:spPr>
          <a:xfrm>
            <a:off x="423550" y="667321"/>
            <a:ext cx="8387100" cy="346500"/>
          </a:xfrm>
          <a:prstGeom prst="rect">
            <a:avLst/>
          </a:prstGeom>
          <a:noFill/>
          <a:ln>
            <a:noFill/>
          </a:ln>
        </p:spPr>
        <p:txBody>
          <a:bodyPr anchorCtr="0" anchor="t" bIns="91425" lIns="0" spcFirstLastPara="1" rIns="0" wrap="square" tIns="91425">
            <a:noAutofit/>
          </a:bodyPr>
          <a:lstStyle>
            <a:lvl1pPr indent="-228600" lvl="0" marL="457200" algn="l">
              <a:lnSpc>
                <a:spcPct val="115000"/>
              </a:lnSpc>
              <a:spcBef>
                <a:spcPts val="0"/>
              </a:spcBef>
              <a:spcAft>
                <a:spcPts val="0"/>
              </a:spcAft>
              <a:buSzPts val="18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115000"/>
              </a:lnSpc>
              <a:spcBef>
                <a:spcPts val="0"/>
              </a:spcBef>
              <a:spcAft>
                <a:spcPts val="0"/>
              </a:spcAft>
              <a:buSzPts val="1600"/>
              <a:buFont typeface="Roboto"/>
              <a:buNone/>
              <a:defRPr/>
            </a:lvl2pPr>
            <a:lvl3pPr indent="-228600" lvl="2" marL="1371600" algn="l">
              <a:lnSpc>
                <a:spcPct val="115000"/>
              </a:lnSpc>
              <a:spcBef>
                <a:spcPts val="0"/>
              </a:spcBef>
              <a:spcAft>
                <a:spcPts val="0"/>
              </a:spcAft>
              <a:buSzPts val="1400"/>
              <a:buFont typeface="Roboto"/>
              <a:buNone/>
              <a:defRPr/>
            </a:lvl3pPr>
            <a:lvl4pPr indent="-228600" lvl="3" marL="1828800" algn="l">
              <a:lnSpc>
                <a:spcPct val="115000"/>
              </a:lnSpc>
              <a:spcBef>
                <a:spcPts val="0"/>
              </a:spcBef>
              <a:spcAft>
                <a:spcPts val="0"/>
              </a:spcAft>
              <a:buSzPts val="1400"/>
              <a:buFont typeface="Roboto"/>
              <a:buNone/>
              <a:defRPr/>
            </a:lvl4pPr>
            <a:lvl5pPr indent="-228600" lvl="4" marL="2286000" algn="l">
              <a:lnSpc>
                <a:spcPct val="115000"/>
              </a:lnSpc>
              <a:spcBef>
                <a:spcPts val="0"/>
              </a:spcBef>
              <a:spcAft>
                <a:spcPts val="0"/>
              </a:spcAft>
              <a:buSzPts val="1400"/>
              <a:buFont typeface="Roboto"/>
              <a:buNone/>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3" name="Google Shape;253;p63"/>
          <p:cNvSpPr txBox="1"/>
          <p:nvPr>
            <p:ph type="title"/>
          </p:nvPr>
        </p:nvSpPr>
        <p:spPr>
          <a:xfrm>
            <a:off x="341111" y="263246"/>
            <a:ext cx="8469600" cy="390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4" name="Google Shape;254;p63"/>
          <p:cNvSpPr txBox="1"/>
          <p:nvPr>
            <p:ph idx="11" type="ftr"/>
          </p:nvPr>
        </p:nvSpPr>
        <p:spPr>
          <a:xfrm>
            <a:off x="3028950" y="4870133"/>
            <a:ext cx="30861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9pPr>
          </a:lstStyle>
          <a:p/>
        </p:txBody>
      </p:sp>
      <p:sp>
        <p:nvSpPr>
          <p:cNvPr id="255" name="Google Shape;255;p63"/>
          <p:cNvSpPr txBox="1"/>
          <p:nvPr>
            <p:ph idx="12" type="sldNum"/>
          </p:nvPr>
        </p:nvSpPr>
        <p:spPr>
          <a:xfrm>
            <a:off x="8126944" y="4887995"/>
            <a:ext cx="736800" cy="2490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Data">
  <p:cSld name="Title Slide-Data">
    <p:spTree>
      <p:nvGrpSpPr>
        <p:cNvPr id="256" name="Shape 256"/>
        <p:cNvGrpSpPr/>
        <p:nvPr/>
      </p:nvGrpSpPr>
      <p:grpSpPr>
        <a:xfrm>
          <a:off x="0" y="0"/>
          <a:ext cx="0" cy="0"/>
          <a:chOff x="0" y="0"/>
          <a:chExt cx="0" cy="0"/>
        </a:xfrm>
      </p:grpSpPr>
      <p:sp>
        <p:nvSpPr>
          <p:cNvPr id="257" name="Google Shape;257;p64"/>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258" name="Google Shape;258;p64"/>
          <p:cNvPicPr preferRelativeResize="0"/>
          <p:nvPr/>
        </p:nvPicPr>
        <p:blipFill rotWithShape="1">
          <a:blip r:embed="rId2">
            <a:alphaModFix/>
          </a:blip>
          <a:srcRect b="0" l="0" r="0" t="0"/>
          <a:stretch/>
        </p:blipFill>
        <p:spPr>
          <a:xfrm>
            <a:off x="1670624" y="-9900"/>
            <a:ext cx="7735521" cy="5163299"/>
          </a:xfrm>
          <a:prstGeom prst="rect">
            <a:avLst/>
          </a:prstGeom>
          <a:noFill/>
          <a:ln>
            <a:noFill/>
          </a:ln>
        </p:spPr>
      </p:pic>
      <p:pic>
        <p:nvPicPr>
          <p:cNvPr id="259" name="Google Shape;259;p64"/>
          <p:cNvPicPr preferRelativeResize="0"/>
          <p:nvPr/>
        </p:nvPicPr>
        <p:blipFill rotWithShape="1">
          <a:blip r:embed="rId3">
            <a:alphaModFix/>
          </a:blip>
          <a:srcRect b="0" l="0" r="0" t="0"/>
          <a:stretch/>
        </p:blipFill>
        <p:spPr>
          <a:xfrm>
            <a:off x="401026" y="142877"/>
            <a:ext cx="2157327" cy="634126"/>
          </a:xfrm>
          <a:prstGeom prst="rect">
            <a:avLst/>
          </a:prstGeom>
          <a:noFill/>
          <a:ln>
            <a:noFill/>
          </a:ln>
        </p:spPr>
      </p:pic>
      <p:sp>
        <p:nvSpPr>
          <p:cNvPr id="260" name="Google Shape;260;p64"/>
          <p:cNvSpPr txBox="1"/>
          <p:nvPr>
            <p:ph type="ctrTitle"/>
          </p:nvPr>
        </p:nvSpPr>
        <p:spPr>
          <a:xfrm>
            <a:off x="365750" y="1043775"/>
            <a:ext cx="6489600" cy="136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400"/>
              <a:buFont typeface="Poppins Medium"/>
              <a:buNone/>
              <a:defRPr sz="3400">
                <a:solidFill>
                  <a:schemeClr val="lt1"/>
                </a:solidFill>
                <a:latin typeface="Poppins Medium"/>
                <a:ea typeface="Poppins Medium"/>
                <a:cs typeface="Poppins Medium"/>
                <a:sym typeface="Poppins Medium"/>
              </a:defRPr>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261" name="Google Shape;261;p64"/>
          <p:cNvSpPr txBox="1"/>
          <p:nvPr>
            <p:ph idx="1" type="subTitle"/>
          </p:nvPr>
        </p:nvSpPr>
        <p:spPr>
          <a:xfrm>
            <a:off x="365750" y="2409051"/>
            <a:ext cx="6489600" cy="4923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accent3"/>
              </a:buClr>
              <a:buSzPts val="2000"/>
              <a:buNone/>
              <a:defRPr sz="20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62" name="Google Shape;262;p64"/>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extLst>
    <p:ext uri="{DCECCB84-F9BA-43D5-87BE-67443E8EF086}">
      <p15:sldGuideLst>
        <p15:guide id="1" orient="horz" pos="772">
          <p15:clr>
            <a:srgbClr val="FA7B17"/>
          </p15:clr>
        </p15:guide>
        <p15:guide id="2" orient="horz" pos="2281">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w/ pattern">
  <p:cSld name="Basic Slide w/ pattern">
    <p:spTree>
      <p:nvGrpSpPr>
        <p:cNvPr id="263" name="Shape 263"/>
        <p:cNvGrpSpPr/>
        <p:nvPr/>
      </p:nvGrpSpPr>
      <p:grpSpPr>
        <a:xfrm>
          <a:off x="0" y="0"/>
          <a:ext cx="0" cy="0"/>
          <a:chOff x="0" y="0"/>
          <a:chExt cx="0" cy="0"/>
        </a:xfrm>
      </p:grpSpPr>
      <p:sp>
        <p:nvSpPr>
          <p:cNvPr id="264" name="Google Shape;264;p65"/>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65" name="Google Shape;265;p65"/>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pic>
        <p:nvPicPr>
          <p:cNvPr id="266" name="Google Shape;266;p65"/>
          <p:cNvPicPr preferRelativeResize="0"/>
          <p:nvPr/>
        </p:nvPicPr>
        <p:blipFill rotWithShape="1">
          <a:blip r:embed="rId2">
            <a:alphaModFix amt="16000"/>
          </a:blip>
          <a:srcRect b="0" l="0" r="19555" t="0"/>
          <a:stretch/>
        </p:blipFill>
        <p:spPr>
          <a:xfrm>
            <a:off x="8151475" y="3181576"/>
            <a:ext cx="998376" cy="1624177"/>
          </a:xfrm>
          <a:prstGeom prst="rect">
            <a:avLst/>
          </a:prstGeom>
          <a:noFill/>
          <a:ln>
            <a:noFill/>
          </a:ln>
        </p:spPr>
      </p:pic>
      <p:pic>
        <p:nvPicPr>
          <p:cNvPr id="267" name="Google Shape;267;p65"/>
          <p:cNvPicPr preferRelativeResize="0"/>
          <p:nvPr/>
        </p:nvPicPr>
        <p:blipFill rotWithShape="1">
          <a:blip r:embed="rId2">
            <a:alphaModFix amt="16000"/>
          </a:blip>
          <a:srcRect b="0" l="0" r="-8835" t="41782"/>
          <a:stretch/>
        </p:blipFill>
        <p:spPr>
          <a:xfrm>
            <a:off x="5948076" y="1"/>
            <a:ext cx="1350701" cy="945551"/>
          </a:xfrm>
          <a:prstGeom prst="rect">
            <a:avLst/>
          </a:prstGeom>
          <a:noFill/>
          <a:ln>
            <a:noFill/>
          </a:ln>
        </p:spPr>
      </p:pic>
      <p:sp>
        <p:nvSpPr>
          <p:cNvPr id="268" name="Google Shape;268;p65"/>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269" name="Google Shape;269;p65"/>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270" name="Google Shape;270;p65"/>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271" name="Google Shape;271;p65"/>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16">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p:cSld name="Big Quote">
    <p:spTree>
      <p:nvGrpSpPr>
        <p:cNvPr id="272" name="Shape 272"/>
        <p:cNvGrpSpPr/>
        <p:nvPr/>
      </p:nvGrpSpPr>
      <p:grpSpPr>
        <a:xfrm>
          <a:off x="0" y="0"/>
          <a:ext cx="0" cy="0"/>
          <a:chOff x="0" y="0"/>
          <a:chExt cx="0" cy="0"/>
        </a:xfrm>
      </p:grpSpPr>
      <p:sp>
        <p:nvSpPr>
          <p:cNvPr id="273" name="Google Shape;273;p66"/>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74" name="Google Shape;274;p66"/>
          <p:cNvSpPr txBox="1"/>
          <p:nvPr>
            <p:ph type="title"/>
          </p:nvPr>
        </p:nvSpPr>
        <p:spPr>
          <a:xfrm>
            <a:off x="372675" y="497100"/>
            <a:ext cx="7399800" cy="345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200"/>
              <a:buFont typeface="Poppins Medium"/>
              <a:buNone/>
              <a:defRPr b="0" sz="32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pic>
        <p:nvPicPr>
          <p:cNvPr id="275" name="Google Shape;275;p66"/>
          <p:cNvPicPr preferRelativeResize="0"/>
          <p:nvPr/>
        </p:nvPicPr>
        <p:blipFill rotWithShape="1">
          <a:blip r:embed="rId2">
            <a:alphaModFix/>
          </a:blip>
          <a:srcRect b="0" l="0" r="0" t="0"/>
          <a:stretch/>
        </p:blipFill>
        <p:spPr>
          <a:xfrm>
            <a:off x="159301" y="4611428"/>
            <a:ext cx="1419223" cy="417175"/>
          </a:xfrm>
          <a:prstGeom prst="rect">
            <a:avLst/>
          </a:prstGeom>
          <a:noFill/>
          <a:ln>
            <a:noFill/>
          </a:ln>
        </p:spPr>
      </p:pic>
    </p:spTree>
  </p:cSld>
  <p:clrMapOvr>
    <a:masterClrMapping/>
  </p:clrMapOvr>
  <p:extLst>
    <p:ext uri="{DCECCB84-F9BA-43D5-87BE-67443E8EF086}">
      <p15:sldGuideLst>
        <p15:guide id="1" pos="2160">
          <p15:clr>
            <a:srgbClr val="FA7B17"/>
          </p15:clr>
        </p15:guide>
        <p15:guide id="2" orient="horz" pos="1215">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2">
  <p:cSld name="Big Quote 2">
    <p:spTree>
      <p:nvGrpSpPr>
        <p:cNvPr id="276" name="Shape 276"/>
        <p:cNvGrpSpPr/>
        <p:nvPr/>
      </p:nvGrpSpPr>
      <p:grpSpPr>
        <a:xfrm>
          <a:off x="0" y="0"/>
          <a:ext cx="0" cy="0"/>
          <a:chOff x="0" y="0"/>
          <a:chExt cx="0" cy="0"/>
        </a:xfrm>
      </p:grpSpPr>
      <p:sp>
        <p:nvSpPr>
          <p:cNvPr id="277" name="Google Shape;277;p67"/>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278" name="Google Shape;278;p67"/>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279" name="Google Shape;279;p67"/>
          <p:cNvPicPr preferRelativeResize="0"/>
          <p:nvPr/>
        </p:nvPicPr>
        <p:blipFill rotWithShape="1">
          <a:blip r:embed="rId2">
            <a:alphaModFix/>
          </a:blip>
          <a:srcRect b="0" l="0" r="0" t="0"/>
          <a:stretch/>
        </p:blipFill>
        <p:spPr>
          <a:xfrm>
            <a:off x="159301" y="4306628"/>
            <a:ext cx="1419223" cy="417175"/>
          </a:xfrm>
          <a:prstGeom prst="rect">
            <a:avLst/>
          </a:prstGeom>
          <a:noFill/>
          <a:ln>
            <a:noFill/>
          </a:ln>
        </p:spPr>
      </p:pic>
      <p:sp>
        <p:nvSpPr>
          <p:cNvPr id="280" name="Google Shape;280;p67"/>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281" name="Google Shape;281;p67"/>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282" name="Google Shape;282;p67"/>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283" name="Google Shape;283;p67"/>
          <p:cNvSpPr txBox="1"/>
          <p:nvPr>
            <p:ph type="title"/>
          </p:nvPr>
        </p:nvSpPr>
        <p:spPr>
          <a:xfrm>
            <a:off x="372675" y="497100"/>
            <a:ext cx="7399800" cy="345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200"/>
              <a:buFont typeface="Poppins Medium"/>
              <a:buNone/>
              <a:defRPr b="0" sz="32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spTree>
  </p:cSld>
  <p:clrMapOvr>
    <a:masterClrMapping/>
  </p:clrMapOvr>
  <p:extLst>
    <p:ext uri="{DCECCB84-F9BA-43D5-87BE-67443E8EF086}">
      <p15:sldGuideLst>
        <p15:guide id="1" pos="2160">
          <p15:clr>
            <a:srgbClr val="FA7B17"/>
          </p15:clr>
        </p15:guide>
        <p15:guide id="2" orient="horz" pos="1215">
          <p15:clr>
            <a:srgbClr val="FA7B17"/>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284" name="Shape 284"/>
        <p:cNvGrpSpPr/>
        <p:nvPr/>
      </p:nvGrpSpPr>
      <p:grpSpPr>
        <a:xfrm>
          <a:off x="0" y="0"/>
          <a:ext cx="0" cy="0"/>
          <a:chOff x="0" y="0"/>
          <a:chExt cx="0" cy="0"/>
        </a:xfrm>
      </p:grpSpPr>
      <p:sp>
        <p:nvSpPr>
          <p:cNvPr id="285" name="Google Shape;285;p68"/>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entury Gothic"/>
              <a:ea typeface="Century Gothic"/>
              <a:cs typeface="Century Gothic"/>
              <a:sym typeface="Century Gothic"/>
            </a:endParaRPr>
          </a:p>
        </p:txBody>
      </p:sp>
      <p:pic>
        <p:nvPicPr>
          <p:cNvPr id="286" name="Google Shape;286;p68"/>
          <p:cNvPicPr preferRelativeResize="0"/>
          <p:nvPr/>
        </p:nvPicPr>
        <p:blipFill rotWithShape="1">
          <a:blip r:embed="rId2">
            <a:alphaModFix/>
          </a:blip>
          <a:srcRect b="0" l="0" r="0" t="0"/>
          <a:stretch/>
        </p:blipFill>
        <p:spPr>
          <a:xfrm>
            <a:off x="2286" y="0"/>
            <a:ext cx="9141713" cy="5142213"/>
          </a:xfrm>
          <a:prstGeom prst="rect">
            <a:avLst/>
          </a:prstGeom>
          <a:noFill/>
          <a:ln>
            <a:noFill/>
          </a:ln>
        </p:spPr>
      </p:pic>
      <p:sp>
        <p:nvSpPr>
          <p:cNvPr id="287" name="Google Shape;287;p68"/>
          <p:cNvSpPr txBox="1"/>
          <p:nvPr/>
        </p:nvSpPr>
        <p:spPr>
          <a:xfrm>
            <a:off x="536171" y="4423457"/>
            <a:ext cx="7979100" cy="3234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1800"/>
              <a:buFont typeface="Gill Sans"/>
              <a:buNone/>
            </a:pPr>
            <a:r>
              <a:t/>
            </a:r>
            <a:endParaRPr b="0" i="0" sz="1800" u="none" cap="none" strike="noStrike">
              <a:solidFill>
                <a:schemeClr val="dk1"/>
              </a:solidFill>
              <a:latin typeface="Century Gothic"/>
              <a:ea typeface="Century Gothic"/>
              <a:cs typeface="Century Gothic"/>
              <a:sym typeface="Century Gothic"/>
            </a:endParaRPr>
          </a:p>
        </p:txBody>
      </p:sp>
      <p:sp>
        <p:nvSpPr>
          <p:cNvPr id="288" name="Google Shape;288;p68"/>
          <p:cNvSpPr txBox="1"/>
          <p:nvPr>
            <p:ph idx="1" type="body"/>
          </p:nvPr>
        </p:nvSpPr>
        <p:spPr>
          <a:xfrm>
            <a:off x="391320" y="3909361"/>
            <a:ext cx="8322000" cy="453600"/>
          </a:xfrm>
          <a:prstGeom prst="rect">
            <a:avLst/>
          </a:prstGeom>
          <a:noFill/>
          <a:ln>
            <a:noFill/>
          </a:ln>
        </p:spPr>
        <p:txBody>
          <a:bodyPr anchorCtr="0" anchor="t" bIns="0" lIns="0" spcFirstLastPara="1" rIns="0" wrap="square" tIns="0">
            <a:noAutofit/>
          </a:bodyPr>
          <a:lstStyle>
            <a:lvl1pPr indent="-228600" lvl="0" marL="457200" marR="0" algn="l">
              <a:lnSpc>
                <a:spcPct val="90000"/>
              </a:lnSpc>
              <a:spcBef>
                <a:spcPts val="800"/>
              </a:spcBef>
              <a:spcAft>
                <a:spcPts val="0"/>
              </a:spcAft>
              <a:buClr>
                <a:schemeClr val="lt1"/>
              </a:buClr>
              <a:buSzPts val="1000"/>
              <a:buFont typeface="Century Gothic"/>
              <a:buNone/>
              <a:defRPr b="0" i="0" sz="1000">
                <a:solidFill>
                  <a:schemeClr val="lt1"/>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9" name="Google Shape;289;p68"/>
          <p:cNvSpPr txBox="1"/>
          <p:nvPr>
            <p:ph idx="2" type="body"/>
          </p:nvPr>
        </p:nvSpPr>
        <p:spPr>
          <a:xfrm>
            <a:off x="393700" y="3210746"/>
            <a:ext cx="8322000" cy="588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800"/>
              </a:spcBef>
              <a:spcAft>
                <a:spcPts val="0"/>
              </a:spcAft>
              <a:buSzPts val="1600"/>
              <a:buFont typeface="Century Gothic"/>
              <a:buNone/>
              <a:defRPr b="0" i="0" sz="1700">
                <a:solidFill>
                  <a:schemeClr val="accent2"/>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0" name="Google Shape;290;p68"/>
          <p:cNvSpPr txBox="1"/>
          <p:nvPr/>
        </p:nvSpPr>
        <p:spPr>
          <a:xfrm>
            <a:off x="536171" y="4423457"/>
            <a:ext cx="7979100" cy="3234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1800"/>
              <a:buFont typeface="Gill Sans"/>
              <a:buNone/>
            </a:pPr>
            <a:r>
              <a:t/>
            </a:r>
            <a:endParaRPr b="0" i="0" sz="1800" u="none" cap="none" strike="noStrike">
              <a:solidFill>
                <a:schemeClr val="dk1"/>
              </a:solidFill>
              <a:latin typeface="Century Gothic"/>
              <a:ea typeface="Century Gothic"/>
              <a:cs typeface="Century Gothic"/>
              <a:sym typeface="Century Gothic"/>
            </a:endParaRPr>
          </a:p>
        </p:txBody>
      </p:sp>
      <p:sp>
        <p:nvSpPr>
          <p:cNvPr id="291" name="Google Shape;291;p68"/>
          <p:cNvSpPr txBox="1"/>
          <p:nvPr>
            <p:ph idx="3" type="body"/>
          </p:nvPr>
        </p:nvSpPr>
        <p:spPr>
          <a:xfrm>
            <a:off x="391716" y="2271713"/>
            <a:ext cx="8321100" cy="808500"/>
          </a:xfrm>
          <a:prstGeom prst="rect">
            <a:avLst/>
          </a:prstGeom>
          <a:noFill/>
          <a:ln>
            <a:noFill/>
          </a:ln>
        </p:spPr>
        <p:txBody>
          <a:bodyPr anchorCtr="0" anchor="b" bIns="34275" lIns="0" spcFirstLastPara="1" rIns="0" wrap="square" tIns="34275">
            <a:noAutofit/>
          </a:bodyPr>
          <a:lstStyle>
            <a:lvl1pPr indent="-228600" lvl="0" marL="457200" algn="l">
              <a:lnSpc>
                <a:spcPct val="90000"/>
              </a:lnSpc>
              <a:spcBef>
                <a:spcPts val="800"/>
              </a:spcBef>
              <a:spcAft>
                <a:spcPts val="0"/>
              </a:spcAft>
              <a:buSzPts val="2700"/>
              <a:buNone/>
              <a:defRPr b="1" sz="3000">
                <a:solidFill>
                  <a:schemeClr val="lt1"/>
                </a:solidFill>
              </a:defRPr>
            </a:lvl1pPr>
            <a:lvl2pPr indent="-317500" lvl="1" marL="914400" algn="l">
              <a:lnSpc>
                <a:spcPct val="90000"/>
              </a:lnSpc>
              <a:spcBef>
                <a:spcPts val="400"/>
              </a:spcBef>
              <a:spcAft>
                <a:spcPts val="0"/>
              </a:spcAft>
              <a:buClr>
                <a:schemeClr val="accent6"/>
              </a:buClr>
              <a:buSzPts val="1400"/>
              <a:buChar char="●"/>
              <a:defRPr/>
            </a:lvl2pPr>
            <a:lvl3pPr indent="-317500" lvl="2" marL="1371600" algn="l">
              <a:lnSpc>
                <a:spcPct val="90000"/>
              </a:lnSpc>
              <a:spcBef>
                <a:spcPts val="400"/>
              </a:spcBef>
              <a:spcAft>
                <a:spcPts val="0"/>
              </a:spcAft>
              <a:buClr>
                <a:schemeClr val="accent3"/>
              </a:buClr>
              <a:buSzPts val="1400"/>
              <a:buChar char="■"/>
              <a:defRPr/>
            </a:lvl3pPr>
            <a:lvl4pPr indent="-317500" lvl="3" marL="1828800" algn="l">
              <a:lnSpc>
                <a:spcPct val="90000"/>
              </a:lnSpc>
              <a:spcBef>
                <a:spcPts val="400"/>
              </a:spcBef>
              <a:spcAft>
                <a:spcPts val="0"/>
              </a:spcAft>
              <a:buClr>
                <a:schemeClr val="accent3"/>
              </a:buClr>
              <a:buSzPts val="1400"/>
              <a:buChar char="●"/>
              <a:defRPr/>
            </a:lvl4pPr>
            <a:lvl5pPr indent="-317500" lvl="4" marL="2286000" algn="l">
              <a:lnSpc>
                <a:spcPct val="90000"/>
              </a:lnSpc>
              <a:spcBef>
                <a:spcPts val="400"/>
              </a:spcBef>
              <a:spcAft>
                <a:spcPts val="0"/>
              </a:spcAft>
              <a:buClr>
                <a:schemeClr val="accent3"/>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92" name="Google Shape;292;p68"/>
          <p:cNvPicPr preferRelativeResize="0"/>
          <p:nvPr/>
        </p:nvPicPr>
        <p:blipFill rotWithShape="1">
          <a:blip r:embed="rId3">
            <a:alphaModFix/>
          </a:blip>
          <a:srcRect b="0" l="0" r="0" t="0"/>
          <a:stretch/>
        </p:blipFill>
        <p:spPr>
          <a:xfrm>
            <a:off x="391320" y="1300899"/>
            <a:ext cx="2061983" cy="656334"/>
          </a:xfrm>
          <a:prstGeom prst="rect">
            <a:avLst/>
          </a:prstGeom>
          <a:noFill/>
          <a:ln>
            <a:noFill/>
          </a:ln>
        </p:spPr>
      </p:pic>
    </p:spTree>
  </p:cSld>
  <p:clrMapOvr>
    <a:masterClrMapping/>
  </p:clrMapOvr>
  <p:extLst>
    <p:ext uri="{DCECCB84-F9BA-43D5-87BE-67443E8EF086}">
      <p15:sldGuideLst>
        <p15:guide id="1" pos="431">
          <p15:clr>
            <a:srgbClr val="FBAE40"/>
          </p15:clr>
        </p15:guide>
        <p15:guide id="2" pos="5328">
          <p15:clr>
            <a:srgbClr val="FBAE40"/>
          </p15:clr>
        </p15:guide>
        <p15:guide id="3" pos="43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gram 1">
  <p:cSld name="1_Diagram_1">
    <p:spTree>
      <p:nvGrpSpPr>
        <p:cNvPr id="293" name="Shape 293"/>
        <p:cNvGrpSpPr/>
        <p:nvPr/>
      </p:nvGrpSpPr>
      <p:grpSpPr>
        <a:xfrm>
          <a:off x="0" y="0"/>
          <a:ext cx="0" cy="0"/>
          <a:chOff x="0" y="0"/>
          <a:chExt cx="0" cy="0"/>
        </a:xfrm>
      </p:grpSpPr>
      <p:sp>
        <p:nvSpPr>
          <p:cNvPr id="294" name="Google Shape;294;p69"/>
          <p:cNvSpPr txBox="1"/>
          <p:nvPr>
            <p:ph idx="1" type="body"/>
          </p:nvPr>
        </p:nvSpPr>
        <p:spPr>
          <a:xfrm>
            <a:off x="423549" y="667321"/>
            <a:ext cx="8387100" cy="3465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5" name="Google Shape;295;p69"/>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6" name="Google Shape;296;p69"/>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97" name="Google Shape;297;p69"/>
          <p:cNvSpPr txBox="1"/>
          <p:nvPr>
            <p:ph idx="12" type="sldNum"/>
          </p:nvPr>
        </p:nvSpPr>
        <p:spPr>
          <a:xfrm>
            <a:off x="8126944"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31">
          <p15:clr>
            <a:srgbClr val="FBAE40"/>
          </p15:clr>
        </p15:guide>
        <p15:guide id="2" pos="292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1" type="secHead">
  <p:cSld name="SECTION_HEADER">
    <p:spTree>
      <p:nvGrpSpPr>
        <p:cNvPr id="298" name="Shape 298"/>
        <p:cNvGrpSpPr/>
        <p:nvPr/>
      </p:nvGrpSpPr>
      <p:grpSpPr>
        <a:xfrm>
          <a:off x="0" y="0"/>
          <a:ext cx="0" cy="0"/>
          <a:chOff x="0" y="0"/>
          <a:chExt cx="0" cy="0"/>
        </a:xfrm>
      </p:grpSpPr>
      <p:sp>
        <p:nvSpPr>
          <p:cNvPr id="299" name="Google Shape;299;p70"/>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300" name="Google Shape;300;p70"/>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301" name="Google Shape;301;p70"/>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302" name="Google Shape;302;p70"/>
          <p:cNvSpPr txBox="1"/>
          <p:nvPr>
            <p:ph idx="1"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303" name="Google Shape;303;p70"/>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304" name="Google Shape;304;p70"/>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pos="288">
          <p15:clr>
            <a:srgbClr val="FA7B17"/>
          </p15:clr>
        </p15:guide>
        <p15:guide id="2" pos="5184">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1 1">
  <p:cSld name="SECTION_HEADER_1">
    <p:spTree>
      <p:nvGrpSpPr>
        <p:cNvPr id="305" name="Shape 305"/>
        <p:cNvGrpSpPr/>
        <p:nvPr/>
      </p:nvGrpSpPr>
      <p:grpSpPr>
        <a:xfrm>
          <a:off x="0" y="0"/>
          <a:ext cx="0" cy="0"/>
          <a:chOff x="0" y="0"/>
          <a:chExt cx="0" cy="0"/>
        </a:xfrm>
      </p:grpSpPr>
      <p:sp>
        <p:nvSpPr>
          <p:cNvPr id="306" name="Google Shape;306;p71"/>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307" name="Google Shape;307;p71"/>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308" name="Google Shape;308;p71"/>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309" name="Google Shape;309;p71"/>
          <p:cNvSpPr txBox="1"/>
          <p:nvPr>
            <p:ph idx="1"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310" name="Google Shape;310;p71"/>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311" name="Google Shape;311;p71"/>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pos="288">
          <p15:clr>
            <a:srgbClr val="FA7B17"/>
          </p15:clr>
        </p15:guide>
        <p15:guide id="2" pos="5184">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tone">
  <p:cSld name="SECTION_HEADER_3">
    <p:spTree>
      <p:nvGrpSpPr>
        <p:cNvPr id="312" name="Shape 312"/>
        <p:cNvGrpSpPr/>
        <p:nvPr/>
      </p:nvGrpSpPr>
      <p:grpSpPr>
        <a:xfrm>
          <a:off x="0" y="0"/>
          <a:ext cx="0" cy="0"/>
          <a:chOff x="0" y="0"/>
          <a:chExt cx="0" cy="0"/>
        </a:xfrm>
      </p:grpSpPr>
      <p:sp>
        <p:nvSpPr>
          <p:cNvPr id="313" name="Google Shape;313;p72"/>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314" name="Google Shape;314;p72"/>
          <p:cNvSpPr/>
          <p:nvPr/>
        </p:nvSpPr>
        <p:spPr>
          <a:xfrm flipH="1" rot="-5400000">
            <a:off x="4450050" y="441600"/>
            <a:ext cx="5153400" cy="4250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315" name="Google Shape;315;p72"/>
          <p:cNvSpPr/>
          <p:nvPr/>
        </p:nvSpPr>
        <p:spPr>
          <a:xfrm flipH="1" rot="-5400000">
            <a:off x="4435650" y="429300"/>
            <a:ext cx="2727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pic>
        <p:nvPicPr>
          <p:cNvPr id="316" name="Google Shape;316;p72"/>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317" name="Google Shape;317;p72"/>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318" name="Google Shape;318;p72"/>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319" name="Google Shape;319;p72"/>
          <p:cNvSpPr txBox="1"/>
          <p:nvPr>
            <p:ph type="title"/>
          </p:nvPr>
        </p:nvSpPr>
        <p:spPr>
          <a:xfrm>
            <a:off x="163600" y="91450"/>
            <a:ext cx="4535700" cy="6084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320" name="Google Shape;320;p72"/>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size headline">
  <p:cSld name="SECTION_HEADER_5">
    <p:spTree>
      <p:nvGrpSpPr>
        <p:cNvPr id="321" name="Shape 321"/>
        <p:cNvGrpSpPr/>
        <p:nvPr/>
      </p:nvGrpSpPr>
      <p:grpSpPr>
        <a:xfrm>
          <a:off x="0" y="0"/>
          <a:ext cx="0" cy="0"/>
          <a:chOff x="0" y="0"/>
          <a:chExt cx="0" cy="0"/>
        </a:xfrm>
      </p:grpSpPr>
      <p:sp>
        <p:nvSpPr>
          <p:cNvPr id="322" name="Google Shape;322;p73"/>
          <p:cNvSpPr/>
          <p:nvPr/>
        </p:nvSpPr>
        <p:spPr>
          <a:xfrm flipH="1" rot="-5400000">
            <a:off x="4296375" y="300150"/>
            <a:ext cx="540900" cy="9165900"/>
          </a:xfrm>
          <a:prstGeom prst="rect">
            <a:avLst/>
          </a:prstGeom>
          <a:gradFill>
            <a:gsLst>
              <a:gs pos="0">
                <a:schemeClr val="accent2"/>
              </a:gs>
              <a:gs pos="100000">
                <a:schemeClr val="dk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323" name="Google Shape;323;p73"/>
          <p:cNvPicPr preferRelativeResize="0"/>
          <p:nvPr/>
        </p:nvPicPr>
        <p:blipFill rotWithShape="1">
          <a:blip r:embed="rId2">
            <a:alphaModFix/>
          </a:blip>
          <a:srcRect b="36868" l="19658" r="17935" t="35416"/>
          <a:stretch/>
        </p:blipFill>
        <p:spPr>
          <a:xfrm>
            <a:off x="457200" y="4674525"/>
            <a:ext cx="1575675" cy="393601"/>
          </a:xfrm>
          <a:prstGeom prst="rect">
            <a:avLst/>
          </a:prstGeom>
          <a:noFill/>
          <a:ln>
            <a:noFill/>
          </a:ln>
        </p:spPr>
      </p:pic>
      <p:sp>
        <p:nvSpPr>
          <p:cNvPr id="324" name="Google Shape;324;p73"/>
          <p:cNvSpPr txBox="1"/>
          <p:nvPr>
            <p:ph idx="12" type="sldNum"/>
          </p:nvPr>
        </p:nvSpPr>
        <p:spPr>
          <a:xfrm>
            <a:off x="8595309" y="4736592"/>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325" name="Google Shape;325;p73"/>
          <p:cNvSpPr txBox="1"/>
          <p:nvPr>
            <p:ph idx="1" type="subTitle"/>
          </p:nvPr>
        </p:nvSpPr>
        <p:spPr>
          <a:xfrm>
            <a:off x="4344850" y="4828032"/>
            <a:ext cx="3810000" cy="162600"/>
          </a:xfrm>
          <a:prstGeom prst="rect">
            <a:avLst/>
          </a:prstGeom>
          <a:noFill/>
          <a:ln>
            <a:noFill/>
          </a:ln>
        </p:spPr>
        <p:txBody>
          <a:bodyPr anchorCtr="0" anchor="t" bIns="0" lIns="0" spcFirstLastPara="1" rIns="0" wrap="square" tIns="0">
            <a:normAutofit/>
          </a:bodyPr>
          <a:lstStyle>
            <a:lvl1pPr lvl="0" algn="r">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1pPr>
            <a:lvl2pPr lvl="1" algn="l">
              <a:lnSpc>
                <a:spcPct val="115000"/>
              </a:lnSpc>
              <a:spcBef>
                <a:spcPts val="0"/>
              </a:spcBef>
              <a:spcAft>
                <a:spcPts val="0"/>
              </a:spcAft>
              <a:buSzPts val="16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6" name="Google Shape;326;p73"/>
          <p:cNvSpPr txBox="1"/>
          <p:nvPr>
            <p:ph type="title"/>
          </p:nvPr>
        </p:nvSpPr>
        <p:spPr>
          <a:xfrm>
            <a:off x="362925" y="91440"/>
            <a:ext cx="8376000" cy="450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Poppins"/>
              <a:buNone/>
              <a:defRPr sz="1500">
                <a:latin typeface="Poppins"/>
                <a:ea typeface="Poppins"/>
                <a:cs typeface="Poppins"/>
                <a:sym typeface="Poppi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6">
    <p:spTree>
      <p:nvGrpSpPr>
        <p:cNvPr id="327" name="Shape 327"/>
        <p:cNvGrpSpPr/>
        <p:nvPr/>
      </p:nvGrpSpPr>
      <p:grpSpPr>
        <a:xfrm>
          <a:off x="0" y="0"/>
          <a:ext cx="0" cy="0"/>
          <a:chOff x="0" y="0"/>
          <a:chExt cx="0" cy="0"/>
        </a:xfrm>
      </p:grpSpPr>
      <p:sp>
        <p:nvSpPr>
          <p:cNvPr id="328" name="Google Shape;328;p74"/>
          <p:cNvSpPr/>
          <p:nvPr/>
        </p:nvSpPr>
        <p:spPr>
          <a:xfrm flipH="1" rot="-5400000">
            <a:off x="4435650" y="429300"/>
            <a:ext cx="2727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sp>
        <p:nvSpPr>
          <p:cNvPr id="329" name="Google Shape;329;p74"/>
          <p:cNvSpPr txBox="1"/>
          <p:nvPr>
            <p:ph type="title"/>
          </p:nvPr>
        </p:nvSpPr>
        <p:spPr>
          <a:xfrm>
            <a:off x="362925" y="171200"/>
            <a:ext cx="7342500" cy="3936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Poppins Medium"/>
              <a:buNone/>
              <a:defRPr b="0" sz="2600">
                <a:latin typeface="Poppins Medium"/>
                <a:ea typeface="Poppins Medium"/>
                <a:cs typeface="Poppins Medium"/>
                <a:sym typeface="Poppins Medium"/>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30" name="Google Shape;330;p74"/>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rm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pic>
        <p:nvPicPr>
          <p:cNvPr id="331" name="Google Shape;331;p74"/>
          <p:cNvPicPr preferRelativeResize="0"/>
          <p:nvPr/>
        </p:nvPicPr>
        <p:blipFill rotWithShape="1">
          <a:blip r:embed="rId2">
            <a:alphaModFix/>
          </a:blip>
          <a:srcRect b="0" l="0" r="0" t="0"/>
          <a:stretch/>
        </p:blipFill>
        <p:spPr>
          <a:xfrm>
            <a:off x="133175" y="4880295"/>
            <a:ext cx="849320" cy="249652"/>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I 1">
  <p:cSld name="2_Title and Content I">
    <p:spTree>
      <p:nvGrpSpPr>
        <p:cNvPr id="332" name="Shape 332"/>
        <p:cNvGrpSpPr/>
        <p:nvPr/>
      </p:nvGrpSpPr>
      <p:grpSpPr>
        <a:xfrm>
          <a:off x="0" y="0"/>
          <a:ext cx="0" cy="0"/>
          <a:chOff x="0" y="0"/>
          <a:chExt cx="0" cy="0"/>
        </a:xfrm>
      </p:grpSpPr>
      <p:sp>
        <p:nvSpPr>
          <p:cNvPr id="333" name="Google Shape;333;p75"/>
          <p:cNvSpPr txBox="1"/>
          <p:nvPr>
            <p:ph type="title"/>
          </p:nvPr>
        </p:nvSpPr>
        <p:spPr>
          <a:xfrm>
            <a:off x="354332" y="265452"/>
            <a:ext cx="7527300" cy="388800"/>
          </a:xfrm>
          <a:prstGeom prst="rect">
            <a:avLst/>
          </a:prstGeom>
          <a:noFill/>
          <a:ln>
            <a:noFill/>
          </a:ln>
        </p:spPr>
        <p:txBody>
          <a:bodyPr anchorCtr="0" anchor="t" bIns="51425" lIns="51425" spcFirstLastPara="1" rIns="51425" wrap="square" tIns="51425">
            <a:normAutofit/>
          </a:bodyPr>
          <a:lstStyle>
            <a:lvl1pPr lvl="0" marR="0" algn="l">
              <a:lnSpc>
                <a:spcPct val="110000"/>
              </a:lnSpc>
              <a:spcBef>
                <a:spcPts val="0"/>
              </a:spcBef>
              <a:spcAft>
                <a:spcPts val="0"/>
              </a:spcAft>
              <a:buClr>
                <a:srgbClr val="4A6671"/>
              </a:buClr>
              <a:buSzPts val="1700"/>
              <a:buFont typeface="Century Gothic"/>
              <a:buNone/>
              <a:defRPr b="0" i="0" sz="2300" u="none" cap="none" strike="noStrike">
                <a:solidFill>
                  <a:srgbClr val="4A6671"/>
                </a:solidFill>
                <a:latin typeface="Century Gothic"/>
                <a:ea typeface="Century Gothic"/>
                <a:cs typeface="Century Gothic"/>
                <a:sym typeface="Century Gothic"/>
              </a:defRPr>
            </a:lvl1pPr>
            <a:lvl2pPr lvl="1" algn="l">
              <a:lnSpc>
                <a:spcPct val="100000"/>
              </a:lnSpc>
              <a:spcBef>
                <a:spcPts val="0"/>
              </a:spcBef>
              <a:spcAft>
                <a:spcPts val="0"/>
              </a:spcAft>
              <a:buSzPts val="800"/>
              <a:buNone/>
              <a:defRPr sz="1400"/>
            </a:lvl2pPr>
            <a:lvl3pPr lvl="2" algn="l">
              <a:lnSpc>
                <a:spcPct val="100000"/>
              </a:lnSpc>
              <a:spcBef>
                <a:spcPts val="0"/>
              </a:spcBef>
              <a:spcAft>
                <a:spcPts val="0"/>
              </a:spcAft>
              <a:buSzPts val="800"/>
              <a:buNone/>
              <a:defRPr sz="1400"/>
            </a:lvl3pPr>
            <a:lvl4pPr lvl="3" algn="l">
              <a:lnSpc>
                <a:spcPct val="100000"/>
              </a:lnSpc>
              <a:spcBef>
                <a:spcPts val="0"/>
              </a:spcBef>
              <a:spcAft>
                <a:spcPts val="0"/>
              </a:spcAft>
              <a:buSzPts val="800"/>
              <a:buNone/>
              <a:defRPr sz="1400"/>
            </a:lvl4pPr>
            <a:lvl5pPr lvl="4" algn="l">
              <a:lnSpc>
                <a:spcPct val="100000"/>
              </a:lnSpc>
              <a:spcBef>
                <a:spcPts val="0"/>
              </a:spcBef>
              <a:spcAft>
                <a:spcPts val="0"/>
              </a:spcAft>
              <a:buSzPts val="800"/>
              <a:buNone/>
              <a:defRPr sz="1400"/>
            </a:lvl5pPr>
            <a:lvl6pPr lvl="5" algn="l">
              <a:lnSpc>
                <a:spcPct val="100000"/>
              </a:lnSpc>
              <a:spcBef>
                <a:spcPts val="0"/>
              </a:spcBef>
              <a:spcAft>
                <a:spcPts val="0"/>
              </a:spcAft>
              <a:buSzPts val="800"/>
              <a:buNone/>
              <a:defRPr sz="1400"/>
            </a:lvl6pPr>
            <a:lvl7pPr lvl="6" algn="l">
              <a:lnSpc>
                <a:spcPct val="100000"/>
              </a:lnSpc>
              <a:spcBef>
                <a:spcPts val="0"/>
              </a:spcBef>
              <a:spcAft>
                <a:spcPts val="0"/>
              </a:spcAft>
              <a:buSzPts val="800"/>
              <a:buNone/>
              <a:defRPr sz="1400"/>
            </a:lvl7pPr>
            <a:lvl8pPr lvl="7" algn="l">
              <a:lnSpc>
                <a:spcPct val="100000"/>
              </a:lnSpc>
              <a:spcBef>
                <a:spcPts val="0"/>
              </a:spcBef>
              <a:spcAft>
                <a:spcPts val="0"/>
              </a:spcAft>
              <a:buSzPts val="800"/>
              <a:buNone/>
              <a:defRPr sz="1400"/>
            </a:lvl8pPr>
            <a:lvl9pPr lvl="8" algn="l">
              <a:lnSpc>
                <a:spcPct val="100000"/>
              </a:lnSpc>
              <a:spcBef>
                <a:spcPts val="0"/>
              </a:spcBef>
              <a:spcAft>
                <a:spcPts val="0"/>
              </a:spcAft>
              <a:buSzPts val="800"/>
              <a:buNone/>
              <a:defRPr sz="1400"/>
            </a:lvl9pPr>
          </a:lstStyle>
          <a:p/>
        </p:txBody>
      </p:sp>
      <p:sp>
        <p:nvSpPr>
          <p:cNvPr id="334" name="Google Shape;334;p75"/>
          <p:cNvSpPr txBox="1"/>
          <p:nvPr>
            <p:ph idx="11" type="ftr"/>
          </p:nvPr>
        </p:nvSpPr>
        <p:spPr>
          <a:xfrm>
            <a:off x="5663872" y="4966028"/>
            <a:ext cx="3086100" cy="93300"/>
          </a:xfrm>
          <a:prstGeom prst="rect">
            <a:avLst/>
          </a:prstGeom>
          <a:noFill/>
          <a:ln>
            <a:noFill/>
          </a:ln>
        </p:spPr>
        <p:txBody>
          <a:bodyPr anchorCtr="0" anchor="ctr" bIns="51425" lIns="51425" spcFirstLastPara="1" rIns="51425" wrap="square" tIns="51425">
            <a:noAutofit/>
          </a:bodyPr>
          <a:lstStyle>
            <a:lvl1pPr lvl="0" marR="0" rtl="0" algn="r">
              <a:lnSpc>
                <a:spcPct val="100000"/>
              </a:lnSpc>
              <a:spcBef>
                <a:spcPts val="0"/>
              </a:spcBef>
              <a:spcAft>
                <a:spcPts val="0"/>
              </a:spcAft>
              <a:buClr>
                <a:schemeClr val="lt1"/>
              </a:buClr>
              <a:buSzPts val="800"/>
              <a:buFont typeface="Century Gothic"/>
              <a:buNone/>
              <a:defRPr b="0" i="0" sz="8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9pPr>
          </a:lstStyle>
          <a:p/>
        </p:txBody>
      </p:sp>
      <p:sp>
        <p:nvSpPr>
          <p:cNvPr id="335" name="Google Shape;335;p75"/>
          <p:cNvSpPr txBox="1"/>
          <p:nvPr>
            <p:ph idx="12" type="sldNum"/>
          </p:nvPr>
        </p:nvSpPr>
        <p:spPr>
          <a:xfrm>
            <a:off x="8250656" y="4913648"/>
            <a:ext cx="736800" cy="273900"/>
          </a:xfrm>
          <a:prstGeom prst="rect">
            <a:avLst/>
          </a:prstGeom>
          <a:noFill/>
          <a:ln>
            <a:noFill/>
          </a:ln>
        </p:spPr>
        <p:txBody>
          <a:bodyPr anchorCtr="0" anchor="ctr" bIns="25700" lIns="51425" spcFirstLastPara="1" rIns="51425" wrap="square" tIns="25700">
            <a:noAutofit/>
          </a:bodyPr>
          <a:lstStyle>
            <a:lvl1pPr indent="0" lvl="0"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4A6671"/>
              </a:buClr>
              <a:buSzPts val="900"/>
              <a:buFont typeface="Century Gothic"/>
              <a:buNone/>
              <a:defRPr b="0" i="0" sz="900" u="none" cap="none" strike="noStrike">
                <a:solidFill>
                  <a:srgbClr val="4A667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
        <p:nvSpPr>
          <p:cNvPr id="336" name="Google Shape;336;p75"/>
          <p:cNvSpPr txBox="1"/>
          <p:nvPr>
            <p:ph idx="1" type="body"/>
          </p:nvPr>
        </p:nvSpPr>
        <p:spPr>
          <a:xfrm>
            <a:off x="364269" y="667322"/>
            <a:ext cx="7876800" cy="346500"/>
          </a:xfrm>
          <a:prstGeom prst="rect">
            <a:avLst/>
          </a:prstGeom>
          <a:noFill/>
          <a:ln>
            <a:noFill/>
          </a:ln>
        </p:spPr>
        <p:txBody>
          <a:bodyPr anchorCtr="0" anchor="t" bIns="51425" lIns="51425" spcFirstLastPara="1" rIns="51425" wrap="square" tIns="51425">
            <a:normAutofit/>
          </a:bodyPr>
          <a:lstStyle>
            <a:lvl1pPr indent="-228600" lvl="0" marL="457200" marR="0" algn="l">
              <a:lnSpc>
                <a:spcPct val="90000"/>
              </a:lnSpc>
              <a:spcBef>
                <a:spcPts val="800"/>
              </a:spcBef>
              <a:spcAft>
                <a:spcPts val="0"/>
              </a:spcAft>
              <a:buClr>
                <a:srgbClr val="89A1AA"/>
              </a:buClr>
              <a:buSzPts val="800"/>
              <a:buFont typeface="Century Gothic"/>
              <a:buNone/>
              <a:defRPr b="0" i="0" sz="1100" u="none" cap="none" strike="noStrike">
                <a:solidFill>
                  <a:srgbClr val="89A1AA"/>
                </a:solidFill>
                <a:latin typeface="Century Gothic"/>
                <a:ea typeface="Century Gothic"/>
                <a:cs typeface="Century Gothic"/>
                <a:sym typeface="Century Gothic"/>
              </a:defRPr>
            </a:lvl1pPr>
            <a:lvl2pPr indent="-228600" lvl="1" marL="914400" marR="0" algn="l">
              <a:lnSpc>
                <a:spcPct val="90000"/>
              </a:lnSpc>
              <a:spcBef>
                <a:spcPts val="400"/>
              </a:spcBef>
              <a:spcAft>
                <a:spcPts val="0"/>
              </a:spcAft>
              <a:buClr>
                <a:schemeClr val="dk1"/>
              </a:buClr>
              <a:buSzPts val="1000"/>
              <a:buFont typeface="Arial"/>
              <a:buNone/>
              <a:defRPr b="0" i="0" sz="1300" u="none" cap="none" strike="noStrike">
                <a:solidFill>
                  <a:schemeClr val="dk1"/>
                </a:solidFill>
                <a:latin typeface="Century Gothic"/>
                <a:ea typeface="Century Gothic"/>
                <a:cs typeface="Century Gothic"/>
                <a:sym typeface="Century Gothic"/>
              </a:defRPr>
            </a:lvl2pPr>
            <a:lvl3pPr indent="-228600" lvl="2" marL="1371600" marR="0" algn="l">
              <a:lnSpc>
                <a:spcPct val="90000"/>
              </a:lnSpc>
              <a:spcBef>
                <a:spcPts val="400"/>
              </a:spcBef>
              <a:spcAft>
                <a:spcPts val="0"/>
              </a:spcAft>
              <a:buClr>
                <a:schemeClr val="dk1"/>
              </a:buClr>
              <a:buSzPts val="1000"/>
              <a:buFont typeface="Arial"/>
              <a:buNone/>
              <a:defRPr b="0" i="0" sz="1300" u="none" cap="none" strike="noStrike">
                <a:solidFill>
                  <a:schemeClr val="dk1"/>
                </a:solidFill>
                <a:latin typeface="Century Gothic"/>
                <a:ea typeface="Century Gothic"/>
                <a:cs typeface="Century Gothic"/>
                <a:sym typeface="Century Gothic"/>
              </a:defRPr>
            </a:lvl3pPr>
            <a:lvl4pPr indent="-228600" lvl="3" marL="1828800" marR="0" algn="l">
              <a:lnSpc>
                <a:spcPct val="90000"/>
              </a:lnSpc>
              <a:spcBef>
                <a:spcPts val="400"/>
              </a:spcBef>
              <a:spcAft>
                <a:spcPts val="0"/>
              </a:spcAft>
              <a:buClr>
                <a:schemeClr val="dk1"/>
              </a:buClr>
              <a:buSzPts val="1000"/>
              <a:buFont typeface="Arial"/>
              <a:buNone/>
              <a:defRPr b="0" i="0" sz="1300" u="none" cap="none" strike="noStrike">
                <a:solidFill>
                  <a:schemeClr val="dk1"/>
                </a:solidFill>
                <a:latin typeface="Century Gothic"/>
                <a:ea typeface="Century Gothic"/>
                <a:cs typeface="Century Gothic"/>
                <a:sym typeface="Century Gothic"/>
              </a:defRPr>
            </a:lvl4pPr>
            <a:lvl5pPr indent="-228600" lvl="4" marL="2286000" marR="0" algn="l">
              <a:lnSpc>
                <a:spcPct val="90000"/>
              </a:lnSpc>
              <a:spcBef>
                <a:spcPts val="400"/>
              </a:spcBef>
              <a:spcAft>
                <a:spcPts val="0"/>
              </a:spcAft>
              <a:buClr>
                <a:schemeClr val="dk1"/>
              </a:buClr>
              <a:buSzPts val="1000"/>
              <a:buFont typeface="Arial"/>
              <a:buNone/>
              <a:defRPr b="0" i="0" sz="1300" u="none" cap="none" strike="noStrike">
                <a:solidFill>
                  <a:schemeClr val="dk1"/>
                </a:solidFill>
                <a:latin typeface="Century Gothic"/>
                <a:ea typeface="Century Gothic"/>
                <a:cs typeface="Century Gothic"/>
                <a:sym typeface="Century Gothic"/>
              </a:defRPr>
            </a:lvl5pPr>
            <a:lvl6pPr indent="-298450" lvl="5" marL="27432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Century Gothic"/>
                <a:ea typeface="Century Gothic"/>
                <a:cs typeface="Century Gothic"/>
                <a:sym typeface="Century Gothic"/>
              </a:defRPr>
            </a:lvl6pPr>
            <a:lvl7pPr indent="-298450" lvl="6" marL="32004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Century Gothic"/>
                <a:ea typeface="Century Gothic"/>
                <a:cs typeface="Century Gothic"/>
                <a:sym typeface="Century Gothic"/>
              </a:defRPr>
            </a:lvl7pPr>
            <a:lvl8pPr indent="-298450" lvl="7" marL="36576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Century Gothic"/>
                <a:ea typeface="Century Gothic"/>
                <a:cs typeface="Century Gothic"/>
                <a:sym typeface="Century Gothic"/>
              </a:defRPr>
            </a:lvl8pPr>
            <a:lvl9pPr indent="-298450" lvl="8" marL="41148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Century Gothic"/>
                <a:ea typeface="Century Gothic"/>
                <a:cs typeface="Century Gothic"/>
                <a:sym typeface="Century Gothic"/>
              </a:defRPr>
            </a:lvl9pPr>
          </a:lstStyle>
          <a:p/>
        </p:txBody>
      </p:sp>
      <p:sp>
        <p:nvSpPr>
          <p:cNvPr id="337" name="Google Shape;337;p75"/>
          <p:cNvSpPr txBox="1"/>
          <p:nvPr>
            <p:ph idx="10" type="dt"/>
          </p:nvPr>
        </p:nvSpPr>
        <p:spPr>
          <a:xfrm>
            <a:off x="385009" y="4812383"/>
            <a:ext cx="2057400" cy="273900"/>
          </a:xfrm>
          <a:prstGeom prst="rect">
            <a:avLst/>
          </a:prstGeom>
          <a:noFill/>
          <a:ln>
            <a:noFill/>
          </a:ln>
        </p:spPr>
        <p:txBody>
          <a:bodyPr anchorCtr="0" anchor="b" bIns="51425" lIns="51425" spcFirstLastPara="1" rIns="51425" wrap="square" tIns="51425">
            <a:noAutofit/>
          </a:bodyPr>
          <a:lstStyle>
            <a:lvl1pPr lvl="0" marR="0" rtl="0" algn="l">
              <a:lnSpc>
                <a:spcPct val="100000"/>
              </a:lnSpc>
              <a:spcBef>
                <a:spcPts val="0"/>
              </a:spcBef>
              <a:spcAft>
                <a:spcPts val="0"/>
              </a:spcAft>
              <a:buClr>
                <a:schemeClr val="dk1"/>
              </a:buClr>
              <a:buSzPts val="800"/>
              <a:buFont typeface="Century Gothic"/>
              <a:buNone/>
              <a:defRPr b="0" i="0" sz="8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chemeClr val="dk1"/>
              </a:buClr>
              <a:buSzPts val="800"/>
              <a:buFont typeface="Century Gothic"/>
              <a:buNone/>
              <a:defRPr b="0" i="0" sz="1400" u="none" cap="none" strike="noStrike">
                <a:solidFill>
                  <a:schemeClr val="dk1"/>
                </a:solidFill>
                <a:latin typeface="Century Gothic"/>
                <a:ea typeface="Century Gothic"/>
                <a:cs typeface="Century Gothic"/>
                <a:sym typeface="Century Gothic"/>
              </a:defRPr>
            </a:lvl9pPr>
          </a:lstStyle>
          <a:p/>
        </p:txBody>
      </p:sp>
      <p:sp>
        <p:nvSpPr>
          <p:cNvPr id="338" name="Google Shape;338;p75"/>
          <p:cNvSpPr txBox="1"/>
          <p:nvPr>
            <p:ph idx="2" type="body"/>
          </p:nvPr>
        </p:nvSpPr>
        <p:spPr>
          <a:xfrm>
            <a:off x="580000" y="1070200"/>
            <a:ext cx="8012400" cy="2926800"/>
          </a:xfrm>
          <a:prstGeom prst="rect">
            <a:avLst/>
          </a:prstGeom>
          <a:noFill/>
          <a:ln>
            <a:noFill/>
          </a:ln>
        </p:spPr>
        <p:txBody>
          <a:bodyPr anchorCtr="0" anchor="t" bIns="51425" lIns="51425" spcFirstLastPara="1" rIns="51425" wrap="square" tIns="51425">
            <a:normAutofit/>
          </a:bodyPr>
          <a:lstStyle>
            <a:lvl1pPr indent="-292100" lvl="0" marL="457200" marR="0" algn="l">
              <a:lnSpc>
                <a:spcPct val="110000"/>
              </a:lnSpc>
              <a:spcBef>
                <a:spcPts val="800"/>
              </a:spcBef>
              <a:spcAft>
                <a:spcPts val="0"/>
              </a:spcAft>
              <a:buClr>
                <a:srgbClr val="4A6671"/>
              </a:buClr>
              <a:buSzPts val="1000"/>
              <a:buFont typeface="Century Gothic"/>
              <a:buChar char="•"/>
              <a:defRPr b="0" i="0" sz="1600" u="none" cap="none" strike="noStrike">
                <a:solidFill>
                  <a:srgbClr val="4A6671"/>
                </a:solidFill>
                <a:latin typeface="Century Gothic"/>
                <a:ea typeface="Century Gothic"/>
                <a:cs typeface="Century Gothic"/>
                <a:sym typeface="Century Gothic"/>
              </a:defRPr>
            </a:lvl1pPr>
            <a:lvl2pPr indent="-266700" lvl="1" marL="914400" marR="0" algn="l">
              <a:lnSpc>
                <a:spcPct val="110000"/>
              </a:lnSpc>
              <a:spcBef>
                <a:spcPts val="400"/>
              </a:spcBef>
              <a:spcAft>
                <a:spcPts val="0"/>
              </a:spcAft>
              <a:buClr>
                <a:schemeClr val="dk1"/>
              </a:buClr>
              <a:buSzPts val="600"/>
              <a:buFont typeface="Merriweather Sans"/>
              <a:buChar char="◦"/>
              <a:defRPr b="0" i="0" sz="1300" u="none" cap="none" strike="noStrike">
                <a:solidFill>
                  <a:schemeClr val="dk1"/>
                </a:solidFill>
                <a:latin typeface="Century Gothic"/>
                <a:ea typeface="Century Gothic"/>
                <a:cs typeface="Century Gothic"/>
                <a:sym typeface="Century Gothic"/>
              </a:defRPr>
            </a:lvl2pPr>
            <a:lvl3pPr indent="-266700" lvl="2" marL="1371600" marR="0" algn="l">
              <a:lnSpc>
                <a:spcPct val="110000"/>
              </a:lnSpc>
              <a:spcBef>
                <a:spcPts val="400"/>
              </a:spcBef>
              <a:spcAft>
                <a:spcPts val="0"/>
              </a:spcAft>
              <a:buClr>
                <a:schemeClr val="dk1"/>
              </a:buClr>
              <a:buSzPts val="600"/>
              <a:buFont typeface="Arial"/>
              <a:buChar char="-"/>
              <a:defRPr b="0" i="0" sz="1300" u="none" cap="none" strike="noStrike">
                <a:solidFill>
                  <a:schemeClr val="dk1"/>
                </a:solidFill>
                <a:latin typeface="Century Gothic"/>
                <a:ea typeface="Century Gothic"/>
                <a:cs typeface="Century Gothic"/>
                <a:sym typeface="Century Gothic"/>
              </a:defRPr>
            </a:lvl3pPr>
            <a:lvl4pPr indent="-292100" lvl="3" marL="1828800" marR="0" algn="l">
              <a:lnSpc>
                <a:spcPct val="90000"/>
              </a:lnSpc>
              <a:spcBef>
                <a:spcPts val="400"/>
              </a:spcBef>
              <a:spcAft>
                <a:spcPts val="0"/>
              </a:spcAft>
              <a:buClr>
                <a:schemeClr val="dk1"/>
              </a:buClr>
              <a:buSzPts val="1000"/>
              <a:buFont typeface="Merriweather Sans"/>
              <a:buChar char="◦"/>
              <a:defRPr b="0" i="0" sz="1300" u="none" cap="none" strike="noStrike">
                <a:solidFill>
                  <a:schemeClr val="dk1"/>
                </a:solidFill>
                <a:latin typeface="Gill Sans"/>
                <a:ea typeface="Gill Sans"/>
                <a:cs typeface="Gill Sans"/>
                <a:sym typeface="Gill Sans"/>
              </a:defRPr>
            </a:lvl4pPr>
            <a:lvl5pPr indent="-292100" lvl="4" marL="2286000" marR="0" algn="l">
              <a:lnSpc>
                <a:spcPct val="90000"/>
              </a:lnSpc>
              <a:spcBef>
                <a:spcPts val="400"/>
              </a:spcBef>
              <a:spcAft>
                <a:spcPts val="0"/>
              </a:spcAft>
              <a:buClr>
                <a:schemeClr val="dk1"/>
              </a:buClr>
              <a:buSzPts val="1000"/>
              <a:buFont typeface="Merriweather Sans"/>
              <a:buChar char="◦"/>
              <a:defRPr b="0" i="0" sz="1300" u="none" cap="none" strike="noStrike">
                <a:solidFill>
                  <a:schemeClr val="dk1"/>
                </a:solidFill>
                <a:latin typeface="Gill Sans"/>
                <a:ea typeface="Gill Sans"/>
                <a:cs typeface="Gill Sans"/>
                <a:sym typeface="Gill Sans"/>
              </a:defRPr>
            </a:lvl5pPr>
            <a:lvl6pPr indent="-298450" lvl="5" marL="27432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Century Gothic"/>
                <a:ea typeface="Century Gothic"/>
                <a:cs typeface="Century Gothic"/>
                <a:sym typeface="Century Gothic"/>
              </a:defRPr>
            </a:lvl6pPr>
            <a:lvl7pPr indent="-298450" lvl="6" marL="32004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Century Gothic"/>
                <a:ea typeface="Century Gothic"/>
                <a:cs typeface="Century Gothic"/>
                <a:sym typeface="Century Gothic"/>
              </a:defRPr>
            </a:lvl7pPr>
            <a:lvl8pPr indent="-298450" lvl="7" marL="36576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Century Gothic"/>
                <a:ea typeface="Century Gothic"/>
                <a:cs typeface="Century Gothic"/>
                <a:sym typeface="Century Gothic"/>
              </a:defRPr>
            </a:lvl8pPr>
            <a:lvl9pPr indent="-298450" lvl="8" marL="41148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Century Gothic"/>
                <a:ea typeface="Century Gothic"/>
                <a:cs typeface="Century Gothic"/>
                <a:sym typeface="Century Gothic"/>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 Subtitle">
  <p:cSld name="1_Title + Subtitle">
    <p:spTree>
      <p:nvGrpSpPr>
        <p:cNvPr id="339" name="Shape 339"/>
        <p:cNvGrpSpPr/>
        <p:nvPr/>
      </p:nvGrpSpPr>
      <p:grpSpPr>
        <a:xfrm>
          <a:off x="0" y="0"/>
          <a:ext cx="0" cy="0"/>
          <a:chOff x="0" y="0"/>
          <a:chExt cx="0" cy="0"/>
        </a:xfrm>
      </p:grpSpPr>
      <p:sp>
        <p:nvSpPr>
          <p:cNvPr id="340" name="Google Shape;340;p76"/>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chemeClr val="accent6"/>
              </a:buClr>
              <a:buSzPts val="1100"/>
              <a:buFont typeface="Century Gothic"/>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chemeClr val="dk1"/>
              </a:buClr>
              <a:buSzPts val="1100"/>
              <a:buFont typeface="Century Gothic"/>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100"/>
              <a:buFont typeface="Century Gothic"/>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100"/>
              <a:buFont typeface="Century Gothic"/>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100"/>
              <a:buFont typeface="Century Gothic"/>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100"/>
              <a:buFont typeface="Century Gothic"/>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100"/>
              <a:buFont typeface="Century Gothic"/>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100"/>
              <a:buFont typeface="Century Gothic"/>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100"/>
              <a:buFont typeface="Century Gothic"/>
              <a:buNone/>
              <a:defRPr b="0" i="0" sz="1100" u="none" cap="none" strike="noStrike">
                <a:solidFill>
                  <a:srgbClr val="000000"/>
                </a:solidFill>
                <a:latin typeface="Arial"/>
                <a:ea typeface="Arial"/>
                <a:cs typeface="Arial"/>
                <a:sym typeface="Arial"/>
              </a:defRPr>
            </a:lvl9pPr>
          </a:lstStyle>
          <a:p/>
        </p:txBody>
      </p:sp>
      <p:sp>
        <p:nvSpPr>
          <p:cNvPr id="341" name="Google Shape;341;p76"/>
          <p:cNvSpPr txBox="1"/>
          <p:nvPr>
            <p:ph idx="1" type="body"/>
          </p:nvPr>
        </p:nvSpPr>
        <p:spPr>
          <a:xfrm>
            <a:off x="423549" y="667321"/>
            <a:ext cx="8384700" cy="346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2" name="Google Shape;342;p76"/>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3" name="Google Shape;343;p76"/>
          <p:cNvSpPr txBox="1"/>
          <p:nvPr>
            <p:ph idx="2" type="body"/>
          </p:nvPr>
        </p:nvSpPr>
        <p:spPr>
          <a:xfrm>
            <a:off x="339329" y="1371600"/>
            <a:ext cx="8469000" cy="2959800"/>
          </a:xfrm>
          <a:prstGeom prst="rect">
            <a:avLst/>
          </a:prstGeom>
          <a:noFill/>
          <a:ln>
            <a:noFill/>
          </a:ln>
        </p:spPr>
        <p:txBody>
          <a:bodyPr anchorCtr="0" anchor="t" bIns="34275" lIns="0" spcFirstLastPara="1" rIns="0" wrap="square" tIns="34275">
            <a:noAutofit/>
          </a:bodyPr>
          <a:lstStyle>
            <a:lvl1pPr indent="-304800" lvl="0" marL="457200" algn="l">
              <a:lnSpc>
                <a:spcPct val="90000"/>
              </a:lnSpc>
              <a:spcBef>
                <a:spcPts val="800"/>
              </a:spcBef>
              <a:spcAft>
                <a:spcPts val="0"/>
              </a:spcAft>
              <a:buSzPts val="1200"/>
              <a:buChar char="◦"/>
              <a:defRPr/>
            </a:lvl1pPr>
            <a:lvl2pPr indent="-317500" lvl="1" marL="914400" algn="l">
              <a:lnSpc>
                <a:spcPct val="90000"/>
              </a:lnSpc>
              <a:spcBef>
                <a:spcPts val="400"/>
              </a:spcBef>
              <a:spcAft>
                <a:spcPts val="0"/>
              </a:spcAft>
              <a:buClr>
                <a:schemeClr val="accent6"/>
              </a:buClr>
              <a:buSzPts val="1400"/>
              <a:buChar char="•"/>
              <a:defRPr/>
            </a:lvl2pPr>
            <a:lvl3pPr indent="-317500" lvl="2" marL="1371600" algn="l">
              <a:lnSpc>
                <a:spcPct val="90000"/>
              </a:lnSpc>
              <a:spcBef>
                <a:spcPts val="400"/>
              </a:spcBef>
              <a:spcAft>
                <a:spcPts val="0"/>
              </a:spcAft>
              <a:buClr>
                <a:schemeClr val="accent3"/>
              </a:buClr>
              <a:buSzPts val="1400"/>
              <a:buChar char="•"/>
              <a:defRPr/>
            </a:lvl3pPr>
            <a:lvl4pPr indent="-317500" lvl="3" marL="1828800" algn="l">
              <a:lnSpc>
                <a:spcPct val="90000"/>
              </a:lnSpc>
              <a:spcBef>
                <a:spcPts val="400"/>
              </a:spcBef>
              <a:spcAft>
                <a:spcPts val="0"/>
              </a:spcAft>
              <a:buClr>
                <a:schemeClr val="accent3"/>
              </a:buClr>
              <a:buSzPts val="1400"/>
              <a:buChar char="•"/>
              <a:defRPr/>
            </a:lvl4pPr>
            <a:lvl5pPr indent="-317500" lvl="4" marL="2286000" algn="l">
              <a:lnSpc>
                <a:spcPct val="90000"/>
              </a:lnSpc>
              <a:spcBef>
                <a:spcPts val="400"/>
              </a:spcBef>
              <a:spcAft>
                <a:spcPts val="0"/>
              </a:spcAft>
              <a:buClr>
                <a:schemeClr val="accent3"/>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4" name="Google Shape;344;p76"/>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 Subtitle 1">
  <p:cSld name="2_Title + Subtitle">
    <p:spTree>
      <p:nvGrpSpPr>
        <p:cNvPr id="345" name="Shape 345"/>
        <p:cNvGrpSpPr/>
        <p:nvPr/>
      </p:nvGrpSpPr>
      <p:grpSpPr>
        <a:xfrm>
          <a:off x="0" y="0"/>
          <a:ext cx="0" cy="0"/>
          <a:chOff x="0" y="0"/>
          <a:chExt cx="0" cy="0"/>
        </a:xfrm>
      </p:grpSpPr>
      <p:sp>
        <p:nvSpPr>
          <p:cNvPr id="346" name="Google Shape;346;p77"/>
          <p:cNvSpPr txBox="1"/>
          <p:nvPr>
            <p:ph idx="1" type="body"/>
          </p:nvPr>
        </p:nvSpPr>
        <p:spPr>
          <a:xfrm>
            <a:off x="339329" y="667321"/>
            <a:ext cx="8469000" cy="346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500"/>
              <a:buFont typeface="Century Gothic"/>
              <a:buNone/>
              <a:defRPr b="0" i="0" sz="1700">
                <a:solidFill>
                  <a:schemeClr val="accent3"/>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7" name="Google Shape;347;p77"/>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48" name="Google Shape;348;p77"/>
          <p:cNvSpPr txBox="1"/>
          <p:nvPr>
            <p:ph type="title"/>
          </p:nvPr>
        </p:nvSpPr>
        <p:spPr>
          <a:xfrm>
            <a:off x="341111" y="314691"/>
            <a:ext cx="7886700" cy="3597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1_Title and body">
    <p:spTree>
      <p:nvGrpSpPr>
        <p:cNvPr id="349" name="Shape 349"/>
        <p:cNvGrpSpPr/>
        <p:nvPr/>
      </p:nvGrpSpPr>
      <p:grpSpPr>
        <a:xfrm>
          <a:off x="0" y="0"/>
          <a:ext cx="0" cy="0"/>
          <a:chOff x="0" y="0"/>
          <a:chExt cx="0" cy="0"/>
        </a:xfrm>
      </p:grpSpPr>
      <p:sp>
        <p:nvSpPr>
          <p:cNvPr id="350" name="Google Shape;350;p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1" name="Google Shape;351;p7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lvl1pPr>
            <a:lvl2pPr indent="-317500" lvl="1" marL="914400" algn="l">
              <a:lnSpc>
                <a:spcPct val="115000"/>
              </a:lnSpc>
              <a:spcBef>
                <a:spcPts val="0"/>
              </a:spcBef>
              <a:spcAft>
                <a:spcPts val="0"/>
              </a:spcAft>
              <a:buClr>
                <a:schemeClr val="dk1"/>
              </a:buClr>
              <a:buSzPts val="1400"/>
              <a:buChar char="○"/>
              <a:defRPr/>
            </a:lvl2pPr>
            <a:lvl3pPr indent="-317500" lvl="2" marL="1371600" algn="l">
              <a:lnSpc>
                <a:spcPct val="115000"/>
              </a:lnSpc>
              <a:spcBef>
                <a:spcPts val="0"/>
              </a:spcBef>
              <a:spcAft>
                <a:spcPts val="0"/>
              </a:spcAft>
              <a:buClr>
                <a:schemeClr val="dk1"/>
              </a:buClr>
              <a:buSzPts val="1400"/>
              <a:buChar char="■"/>
              <a:defRPr/>
            </a:lvl3pPr>
            <a:lvl4pPr indent="-317500" lvl="3" marL="1828800" algn="l">
              <a:lnSpc>
                <a:spcPct val="115000"/>
              </a:lnSpc>
              <a:spcBef>
                <a:spcPts val="0"/>
              </a:spcBef>
              <a:spcAft>
                <a:spcPts val="0"/>
              </a:spcAft>
              <a:buClr>
                <a:schemeClr val="dk1"/>
              </a:buClr>
              <a:buSzPts val="1400"/>
              <a:buChar char="●"/>
              <a:defRPr/>
            </a:lvl4pPr>
            <a:lvl5pPr indent="-317500" lvl="4" marL="2286000" algn="l">
              <a:lnSpc>
                <a:spcPct val="115000"/>
              </a:lnSpc>
              <a:spcBef>
                <a:spcPts val="0"/>
              </a:spcBef>
              <a:spcAft>
                <a:spcPts val="0"/>
              </a:spcAft>
              <a:buClr>
                <a:schemeClr val="dk1"/>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352" name="Google Shape;352;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6_2">
    <p:spTree>
      <p:nvGrpSpPr>
        <p:cNvPr id="353" name="Shape 353"/>
        <p:cNvGrpSpPr/>
        <p:nvPr/>
      </p:nvGrpSpPr>
      <p:grpSpPr>
        <a:xfrm>
          <a:off x="0" y="0"/>
          <a:ext cx="0" cy="0"/>
          <a:chOff x="0" y="0"/>
          <a:chExt cx="0" cy="0"/>
        </a:xfrm>
      </p:grpSpPr>
      <p:sp>
        <p:nvSpPr>
          <p:cNvPr id="354" name="Google Shape;354;p79"/>
          <p:cNvSpPr/>
          <p:nvPr/>
        </p:nvSpPr>
        <p:spPr>
          <a:xfrm flipH="1" rot="-5400000">
            <a:off x="4435650" y="429300"/>
            <a:ext cx="2727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sp>
        <p:nvSpPr>
          <p:cNvPr id="355" name="Google Shape;355;p79"/>
          <p:cNvSpPr txBox="1"/>
          <p:nvPr>
            <p:ph type="title"/>
          </p:nvPr>
        </p:nvSpPr>
        <p:spPr>
          <a:xfrm>
            <a:off x="362925" y="171200"/>
            <a:ext cx="7342500" cy="3936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Poppins Medium"/>
              <a:buNone/>
              <a:defRPr b="0" sz="2600">
                <a:latin typeface="Poppins Medium"/>
                <a:ea typeface="Poppins Medium"/>
                <a:cs typeface="Poppins Medium"/>
                <a:sym typeface="Poppins Medium"/>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56" name="Google Shape;356;p79"/>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rm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pic>
        <p:nvPicPr>
          <p:cNvPr id="357" name="Google Shape;357;p79"/>
          <p:cNvPicPr preferRelativeResize="0"/>
          <p:nvPr/>
        </p:nvPicPr>
        <p:blipFill rotWithShape="1">
          <a:blip r:embed="rId2">
            <a:alphaModFix/>
          </a:blip>
          <a:srcRect b="0" l="0" r="0" t="0"/>
          <a:stretch/>
        </p:blipFill>
        <p:spPr>
          <a:xfrm>
            <a:off x="133175" y="4880295"/>
            <a:ext cx="849320" cy="249652"/>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gram">
  <p:cSld name="2_Diagram">
    <p:spTree>
      <p:nvGrpSpPr>
        <p:cNvPr id="362" name="Shape 362"/>
        <p:cNvGrpSpPr/>
        <p:nvPr/>
      </p:nvGrpSpPr>
      <p:grpSpPr>
        <a:xfrm>
          <a:off x="0" y="0"/>
          <a:ext cx="0" cy="0"/>
          <a:chOff x="0" y="0"/>
          <a:chExt cx="0" cy="0"/>
        </a:xfrm>
      </p:grpSpPr>
      <p:sp>
        <p:nvSpPr>
          <p:cNvPr id="363" name="Google Shape;363;g3d088728187_0_2688"/>
          <p:cNvSpPr/>
          <p:nvPr/>
        </p:nvSpPr>
        <p:spPr>
          <a:xfrm>
            <a:off x="7260336" y="0"/>
            <a:ext cx="18837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entury Gothic"/>
              <a:ea typeface="Century Gothic"/>
              <a:cs typeface="Century Gothic"/>
              <a:sym typeface="Century Gothic"/>
            </a:endParaRPr>
          </a:p>
        </p:txBody>
      </p:sp>
      <p:sp>
        <p:nvSpPr>
          <p:cNvPr id="364" name="Google Shape;364;g3d088728187_0_2688"/>
          <p:cNvSpPr txBox="1"/>
          <p:nvPr>
            <p:ph idx="1" type="body"/>
          </p:nvPr>
        </p:nvSpPr>
        <p:spPr>
          <a:xfrm>
            <a:off x="423549" y="667321"/>
            <a:ext cx="8387100" cy="346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5" name="Google Shape;365;g3d088728187_0_2688"/>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6" name="Google Shape;366;g3d088728187_0_2688"/>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67" name="Google Shape;367;g3d088728187_0_2688"/>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31">
          <p15:clr>
            <a:srgbClr val="FBAE40"/>
          </p15:clr>
        </p15:guide>
        <p15:guide id="2" pos="2929">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tone">
  <p:cSld name="SECTION_HEADER_3">
    <p:spTree>
      <p:nvGrpSpPr>
        <p:cNvPr id="368" name="Shape 368"/>
        <p:cNvGrpSpPr/>
        <p:nvPr/>
      </p:nvGrpSpPr>
      <p:grpSpPr>
        <a:xfrm>
          <a:off x="0" y="0"/>
          <a:ext cx="0" cy="0"/>
          <a:chOff x="0" y="0"/>
          <a:chExt cx="0" cy="0"/>
        </a:xfrm>
      </p:grpSpPr>
      <p:sp>
        <p:nvSpPr>
          <p:cNvPr id="369" name="Google Shape;369;g3d088728187_0_2611"/>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370" name="Google Shape;370;g3d088728187_0_2611"/>
          <p:cNvSpPr/>
          <p:nvPr/>
        </p:nvSpPr>
        <p:spPr>
          <a:xfrm flipH="1" rot="-5400000">
            <a:off x="4450050" y="441600"/>
            <a:ext cx="5153400" cy="4250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371" name="Google Shape;371;g3d088728187_0_2611"/>
          <p:cNvSpPr/>
          <p:nvPr/>
        </p:nvSpPr>
        <p:spPr>
          <a:xfrm flipH="1" rot="-5400000">
            <a:off x="4435650" y="429300"/>
            <a:ext cx="2727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pic>
        <p:nvPicPr>
          <p:cNvPr id="372" name="Google Shape;372;g3d088728187_0_2611"/>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373" name="Google Shape;373;g3d088728187_0_2611"/>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374" name="Google Shape;374;g3d088728187_0_2611"/>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375" name="Google Shape;375;g3d088728187_0_2611"/>
          <p:cNvSpPr txBox="1"/>
          <p:nvPr>
            <p:ph type="title"/>
          </p:nvPr>
        </p:nvSpPr>
        <p:spPr>
          <a:xfrm>
            <a:off x="163600" y="91450"/>
            <a:ext cx="4535700" cy="6084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376" name="Google Shape;376;g3d088728187_0_2611"/>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rimary">
  <p:cSld name="TITLE_2">
    <p:spTree>
      <p:nvGrpSpPr>
        <p:cNvPr id="377" name="Shape 377"/>
        <p:cNvGrpSpPr/>
        <p:nvPr/>
      </p:nvGrpSpPr>
      <p:grpSpPr>
        <a:xfrm>
          <a:off x="0" y="0"/>
          <a:ext cx="0" cy="0"/>
          <a:chOff x="0" y="0"/>
          <a:chExt cx="0" cy="0"/>
        </a:xfrm>
      </p:grpSpPr>
      <p:sp>
        <p:nvSpPr>
          <p:cNvPr id="378" name="Google Shape;378;g3d088728187_0_2574"/>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379" name="Google Shape;379;g3d088728187_0_2574"/>
          <p:cNvSpPr txBox="1"/>
          <p:nvPr>
            <p:ph type="ctrTitle"/>
          </p:nvPr>
        </p:nvSpPr>
        <p:spPr>
          <a:xfrm>
            <a:off x="365750" y="1043775"/>
            <a:ext cx="6489600" cy="136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400"/>
              <a:buFont typeface="Poppins Medium"/>
              <a:buNone/>
              <a:defRPr sz="3400">
                <a:solidFill>
                  <a:schemeClr val="lt1"/>
                </a:solidFill>
                <a:latin typeface="Poppins Medium"/>
                <a:ea typeface="Poppins Medium"/>
                <a:cs typeface="Poppins Medium"/>
                <a:sym typeface="Poppins Medium"/>
              </a:defRPr>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380" name="Google Shape;380;g3d088728187_0_2574"/>
          <p:cNvSpPr txBox="1"/>
          <p:nvPr>
            <p:ph idx="1" type="subTitle"/>
          </p:nvPr>
        </p:nvSpPr>
        <p:spPr>
          <a:xfrm>
            <a:off x="365750" y="2409050"/>
            <a:ext cx="6489600" cy="803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accent3"/>
              </a:buClr>
              <a:buSzPts val="2000"/>
              <a:buNone/>
              <a:defRPr sz="20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381" name="Google Shape;381;g3d088728187_0_2574"/>
          <p:cNvPicPr preferRelativeResize="0"/>
          <p:nvPr/>
        </p:nvPicPr>
        <p:blipFill rotWithShape="1">
          <a:blip r:embed="rId2">
            <a:alphaModFix/>
          </a:blip>
          <a:srcRect b="0" l="0" r="0" t="0"/>
          <a:stretch/>
        </p:blipFill>
        <p:spPr>
          <a:xfrm>
            <a:off x="401025" y="142876"/>
            <a:ext cx="2157327" cy="634126"/>
          </a:xfrm>
          <a:prstGeom prst="rect">
            <a:avLst/>
          </a:prstGeom>
          <a:noFill/>
          <a:ln>
            <a:noFill/>
          </a:ln>
        </p:spPr>
      </p:pic>
      <p:sp>
        <p:nvSpPr>
          <p:cNvPr id="382" name="Google Shape;382;g3d088728187_0_2574"/>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383" name="Google Shape;383;g3d088728187_0_2574"/>
          <p:cNvPicPr preferRelativeResize="0"/>
          <p:nvPr/>
        </p:nvPicPr>
        <p:blipFill rotWithShape="1">
          <a:blip r:embed="rId3">
            <a:alphaModFix amt="16000"/>
          </a:blip>
          <a:srcRect b="13028" l="0" r="19556" t="0"/>
          <a:stretch/>
        </p:blipFill>
        <p:spPr>
          <a:xfrm>
            <a:off x="7444050" y="2739925"/>
            <a:ext cx="1705799" cy="2413476"/>
          </a:xfrm>
          <a:prstGeom prst="rect">
            <a:avLst/>
          </a:prstGeom>
          <a:noFill/>
          <a:ln>
            <a:noFill/>
          </a:ln>
        </p:spPr>
      </p:pic>
      <p:pic>
        <p:nvPicPr>
          <p:cNvPr id="384" name="Google Shape;384;g3d088728187_0_2574"/>
          <p:cNvPicPr preferRelativeResize="0"/>
          <p:nvPr/>
        </p:nvPicPr>
        <p:blipFill rotWithShape="1">
          <a:blip r:embed="rId3">
            <a:alphaModFix amt="67000"/>
          </a:blip>
          <a:srcRect b="0" l="0" r="0" t="64360"/>
          <a:stretch/>
        </p:blipFill>
        <p:spPr>
          <a:xfrm>
            <a:off x="4490150" y="-9899"/>
            <a:ext cx="2120473" cy="989000"/>
          </a:xfrm>
          <a:prstGeom prst="rect">
            <a:avLst/>
          </a:prstGeom>
          <a:noFill/>
          <a:ln>
            <a:noFill/>
          </a:ln>
        </p:spPr>
      </p:pic>
    </p:spTree>
  </p:cSld>
  <p:clrMapOvr>
    <a:masterClrMapping/>
  </p:clrMapOvr>
  <p:extLst>
    <p:ext uri="{DCECCB84-F9BA-43D5-87BE-67443E8EF086}">
      <p15:sldGuideLst>
        <p15:guide id="1" orient="horz" pos="1029">
          <p15:clr>
            <a:srgbClr val="FA7B17"/>
          </p15:clr>
        </p15:guide>
        <p15:guide id="2" orient="horz" pos="3041">
          <p15:clr>
            <a:srgbClr val="FA7B17"/>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Data">
  <p:cSld name="TITLE_2_1">
    <p:spTree>
      <p:nvGrpSpPr>
        <p:cNvPr id="385" name="Shape 385"/>
        <p:cNvGrpSpPr/>
        <p:nvPr/>
      </p:nvGrpSpPr>
      <p:grpSpPr>
        <a:xfrm>
          <a:off x="0" y="0"/>
          <a:ext cx="0" cy="0"/>
          <a:chOff x="0" y="0"/>
          <a:chExt cx="0" cy="0"/>
        </a:xfrm>
      </p:grpSpPr>
      <p:sp>
        <p:nvSpPr>
          <p:cNvPr id="386" name="Google Shape;386;g3d088728187_0_2582"/>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387" name="Google Shape;387;g3d088728187_0_2582"/>
          <p:cNvPicPr preferRelativeResize="0"/>
          <p:nvPr/>
        </p:nvPicPr>
        <p:blipFill rotWithShape="1">
          <a:blip r:embed="rId2">
            <a:alphaModFix/>
          </a:blip>
          <a:srcRect b="0" l="0" r="0" t="0"/>
          <a:stretch/>
        </p:blipFill>
        <p:spPr>
          <a:xfrm>
            <a:off x="1670624" y="-9900"/>
            <a:ext cx="7735521" cy="5163299"/>
          </a:xfrm>
          <a:prstGeom prst="rect">
            <a:avLst/>
          </a:prstGeom>
          <a:noFill/>
          <a:ln>
            <a:noFill/>
          </a:ln>
        </p:spPr>
      </p:pic>
      <p:pic>
        <p:nvPicPr>
          <p:cNvPr id="388" name="Google Shape;388;g3d088728187_0_2582"/>
          <p:cNvPicPr preferRelativeResize="0"/>
          <p:nvPr/>
        </p:nvPicPr>
        <p:blipFill rotWithShape="1">
          <a:blip r:embed="rId3">
            <a:alphaModFix/>
          </a:blip>
          <a:srcRect b="0" l="0" r="0" t="0"/>
          <a:stretch/>
        </p:blipFill>
        <p:spPr>
          <a:xfrm>
            <a:off x="401025" y="142876"/>
            <a:ext cx="2157327" cy="634126"/>
          </a:xfrm>
          <a:prstGeom prst="rect">
            <a:avLst/>
          </a:prstGeom>
          <a:noFill/>
          <a:ln>
            <a:noFill/>
          </a:ln>
        </p:spPr>
      </p:pic>
      <p:sp>
        <p:nvSpPr>
          <p:cNvPr id="389" name="Google Shape;389;g3d088728187_0_2582"/>
          <p:cNvSpPr txBox="1"/>
          <p:nvPr>
            <p:ph type="ctrTitle"/>
          </p:nvPr>
        </p:nvSpPr>
        <p:spPr>
          <a:xfrm>
            <a:off x="365750" y="1043775"/>
            <a:ext cx="6489600" cy="136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400"/>
              <a:buFont typeface="Poppins Medium"/>
              <a:buNone/>
              <a:defRPr sz="3400">
                <a:solidFill>
                  <a:schemeClr val="lt1"/>
                </a:solidFill>
                <a:latin typeface="Poppins Medium"/>
                <a:ea typeface="Poppins Medium"/>
                <a:cs typeface="Poppins Medium"/>
                <a:sym typeface="Poppins Medium"/>
              </a:defRPr>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390" name="Google Shape;390;g3d088728187_0_2582"/>
          <p:cNvSpPr txBox="1"/>
          <p:nvPr>
            <p:ph idx="1" type="subTitle"/>
          </p:nvPr>
        </p:nvSpPr>
        <p:spPr>
          <a:xfrm>
            <a:off x="365750" y="2409050"/>
            <a:ext cx="6489600" cy="803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accent3"/>
              </a:buClr>
              <a:buSzPts val="2000"/>
              <a:buNone/>
              <a:defRPr sz="20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1" name="Google Shape;391;g3d088728187_0_2582"/>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extLst>
    <p:ext uri="{DCECCB84-F9BA-43D5-87BE-67443E8EF086}">
      <p15:sldGuideLst>
        <p15:guide id="1" orient="horz" pos="1029">
          <p15:clr>
            <a:srgbClr val="FA7B17"/>
          </p15:clr>
        </p15:guide>
        <p15:guide id="2" orient="horz" pos="3041">
          <p15:clr>
            <a:srgbClr val="FA7B17"/>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type="secHead">
  <p:cSld name="SECTION_HEADER">
    <p:spTree>
      <p:nvGrpSpPr>
        <p:cNvPr id="392" name="Shape 392"/>
        <p:cNvGrpSpPr/>
        <p:nvPr/>
      </p:nvGrpSpPr>
      <p:grpSpPr>
        <a:xfrm>
          <a:off x="0" y="0"/>
          <a:ext cx="0" cy="0"/>
          <a:chOff x="0" y="0"/>
          <a:chExt cx="0" cy="0"/>
        </a:xfrm>
      </p:grpSpPr>
      <p:sp>
        <p:nvSpPr>
          <p:cNvPr id="393" name="Google Shape;393;g3d088728187_0_2589"/>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394" name="Google Shape;394;g3d088728187_0_2589"/>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395" name="Google Shape;395;g3d088728187_0_2589"/>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396" name="Google Shape;396;g3d088728187_0_2589"/>
          <p:cNvSpPr txBox="1"/>
          <p:nvPr>
            <p:ph idx="1"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397" name="Google Shape;397;g3d088728187_0_2589"/>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398" name="Google Shape;398;g3d088728187_0_2589"/>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pos="288">
          <p15:clr>
            <a:srgbClr val="FA7B17"/>
          </p15:clr>
        </p15:guide>
        <p15:guide id="2" pos="5184">
          <p15:clr>
            <a:srgbClr val="FA7B17"/>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w/ pattern">
  <p:cSld name="SECTION_HEADER_5">
    <p:spTree>
      <p:nvGrpSpPr>
        <p:cNvPr id="399" name="Shape 399"/>
        <p:cNvGrpSpPr/>
        <p:nvPr/>
      </p:nvGrpSpPr>
      <p:grpSpPr>
        <a:xfrm>
          <a:off x="0" y="0"/>
          <a:ext cx="0" cy="0"/>
          <a:chOff x="0" y="0"/>
          <a:chExt cx="0" cy="0"/>
        </a:xfrm>
      </p:grpSpPr>
      <p:sp>
        <p:nvSpPr>
          <p:cNvPr id="400" name="Google Shape;400;g3d088728187_0_2596"/>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01" name="Google Shape;401;g3d088728187_0_2596"/>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pic>
        <p:nvPicPr>
          <p:cNvPr id="402" name="Google Shape;402;g3d088728187_0_2596"/>
          <p:cNvPicPr preferRelativeResize="0"/>
          <p:nvPr/>
        </p:nvPicPr>
        <p:blipFill rotWithShape="1">
          <a:blip r:embed="rId2">
            <a:alphaModFix amt="16000"/>
          </a:blip>
          <a:srcRect b="0" l="0" r="19556" t="0"/>
          <a:stretch/>
        </p:blipFill>
        <p:spPr>
          <a:xfrm>
            <a:off x="8151475" y="3181575"/>
            <a:ext cx="998376" cy="1624177"/>
          </a:xfrm>
          <a:prstGeom prst="rect">
            <a:avLst/>
          </a:prstGeom>
          <a:noFill/>
          <a:ln>
            <a:noFill/>
          </a:ln>
        </p:spPr>
      </p:pic>
      <p:pic>
        <p:nvPicPr>
          <p:cNvPr id="403" name="Google Shape;403;g3d088728187_0_2596"/>
          <p:cNvPicPr preferRelativeResize="0"/>
          <p:nvPr/>
        </p:nvPicPr>
        <p:blipFill rotWithShape="1">
          <a:blip r:embed="rId2">
            <a:alphaModFix amt="16000"/>
          </a:blip>
          <a:srcRect b="0" l="0" r="-8838" t="41783"/>
          <a:stretch/>
        </p:blipFill>
        <p:spPr>
          <a:xfrm>
            <a:off x="5948075" y="0"/>
            <a:ext cx="1350701" cy="945551"/>
          </a:xfrm>
          <a:prstGeom prst="rect">
            <a:avLst/>
          </a:prstGeom>
          <a:noFill/>
          <a:ln>
            <a:noFill/>
          </a:ln>
        </p:spPr>
      </p:pic>
      <p:sp>
        <p:nvSpPr>
          <p:cNvPr id="404" name="Google Shape;404;g3d088728187_0_2596"/>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405" name="Google Shape;405;g3d088728187_0_2596"/>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406" name="Google Shape;406;g3d088728187_0_2596"/>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407" name="Google Shape;407;g3d088728187_0_2596"/>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
          <p15:clr>
            <a:srgbClr val="FA7B17"/>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SECTION_HEADER_4">
    <p:spTree>
      <p:nvGrpSpPr>
        <p:cNvPr id="408" name="Shape 408"/>
        <p:cNvGrpSpPr/>
        <p:nvPr/>
      </p:nvGrpSpPr>
      <p:grpSpPr>
        <a:xfrm>
          <a:off x="0" y="0"/>
          <a:ext cx="0" cy="0"/>
          <a:chOff x="0" y="0"/>
          <a:chExt cx="0" cy="0"/>
        </a:xfrm>
      </p:grpSpPr>
      <p:sp>
        <p:nvSpPr>
          <p:cNvPr id="409" name="Google Shape;409;g3d088728187_0_2605"/>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10" name="Google Shape;410;g3d088728187_0_2605"/>
          <p:cNvSpPr/>
          <p:nvPr/>
        </p:nvSpPr>
        <p:spPr>
          <a:xfrm>
            <a:off x="8472500" y="0"/>
            <a:ext cx="677400" cy="63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d088728187_0_2605"/>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412" name="Google Shape;412;g3d088728187_0_2605"/>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413" name="Google Shape;413;g3d088728187_0_2605"/>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Desktop">
  <p:cSld name="SECTION_HEADER_2">
    <p:spTree>
      <p:nvGrpSpPr>
        <p:cNvPr id="414" name="Shape 414"/>
        <p:cNvGrpSpPr/>
        <p:nvPr/>
      </p:nvGrpSpPr>
      <p:grpSpPr>
        <a:xfrm>
          <a:off x="0" y="0"/>
          <a:ext cx="0" cy="0"/>
          <a:chOff x="0" y="0"/>
          <a:chExt cx="0" cy="0"/>
        </a:xfrm>
      </p:grpSpPr>
      <p:sp>
        <p:nvSpPr>
          <p:cNvPr id="415" name="Google Shape;415;g3d088728187_0_2620"/>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16" name="Google Shape;416;g3d088728187_0_2620"/>
          <p:cNvSpPr/>
          <p:nvPr>
            <p:ph idx="2" type="pic"/>
          </p:nvPr>
        </p:nvSpPr>
        <p:spPr>
          <a:xfrm>
            <a:off x="4359225" y="890650"/>
            <a:ext cx="4542300" cy="2577900"/>
          </a:xfrm>
          <a:prstGeom prst="rect">
            <a:avLst/>
          </a:prstGeom>
          <a:noFill/>
          <a:ln>
            <a:noFill/>
          </a:ln>
        </p:spPr>
      </p:sp>
      <p:sp>
        <p:nvSpPr>
          <p:cNvPr id="417" name="Google Shape;417;g3d088728187_0_2620"/>
          <p:cNvSpPr/>
          <p:nvPr/>
        </p:nvSpPr>
        <p:spPr>
          <a:xfrm>
            <a:off x="5477555" y="1014548"/>
            <a:ext cx="3975000" cy="2253900"/>
          </a:xfrm>
          <a:prstGeom prst="rect">
            <a:avLst/>
          </a:prstGeom>
          <a:noFill/>
          <a:ln>
            <a:noFill/>
          </a:ln>
        </p:spPr>
        <p:txBody>
          <a:bodyPr anchorCtr="0" anchor="ctr" bIns="45700" lIns="0" spcFirstLastPara="1" rIns="0" wrap="square" tIns="45700">
            <a:noAutofit/>
          </a:bodyPr>
          <a:lstStyle/>
          <a:p>
            <a:pPr indent="0" lvl="0" marL="0" marR="0" rtl="0" algn="ctr">
              <a:lnSpc>
                <a:spcPct val="90000"/>
              </a:lnSpc>
              <a:spcBef>
                <a:spcPts val="1000"/>
              </a:spcBef>
              <a:spcAft>
                <a:spcPts val="0"/>
              </a:spcAft>
              <a:buClr>
                <a:srgbClr val="000000"/>
              </a:buClr>
              <a:buSzPts val="2100"/>
              <a:buFont typeface="Arial"/>
              <a:buNone/>
            </a:pPr>
            <a:r>
              <a:t/>
            </a:r>
            <a:endParaRPr b="1" i="0" sz="2100" u="none" cap="none" strike="noStrike">
              <a:solidFill>
                <a:srgbClr val="182852"/>
              </a:solidFill>
              <a:latin typeface="Century Gothic"/>
              <a:ea typeface="Century Gothic"/>
              <a:cs typeface="Century Gothic"/>
              <a:sym typeface="Century Gothic"/>
            </a:endParaRPr>
          </a:p>
        </p:txBody>
      </p:sp>
      <p:pic>
        <p:nvPicPr>
          <p:cNvPr id="418" name="Google Shape;418;g3d088728187_0_2620"/>
          <p:cNvPicPr preferRelativeResize="0"/>
          <p:nvPr/>
        </p:nvPicPr>
        <p:blipFill rotWithShape="1">
          <a:blip r:embed="rId2">
            <a:alphaModFix/>
          </a:blip>
          <a:srcRect b="0" l="0" r="0" t="0"/>
          <a:stretch/>
        </p:blipFill>
        <p:spPr>
          <a:xfrm>
            <a:off x="4037925" y="-120375"/>
            <a:ext cx="5171748" cy="4613691"/>
          </a:xfrm>
          <a:prstGeom prst="rect">
            <a:avLst/>
          </a:prstGeom>
          <a:noFill/>
          <a:ln>
            <a:noFill/>
          </a:ln>
        </p:spPr>
      </p:pic>
      <p:sp>
        <p:nvSpPr>
          <p:cNvPr id="419" name="Google Shape;419;g3d088728187_0_2620"/>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420" name="Google Shape;420;g3d088728187_0_2620"/>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421" name="Google Shape;421;g3d088728187_0_2620"/>
          <p:cNvSpPr txBox="1"/>
          <p:nvPr>
            <p:ph idx="3"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422" name="Google Shape;422;g3d088728187_0_2620"/>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orient="horz" pos="598">
          <p15:clr>
            <a:srgbClr val="FA7B17"/>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Laptop">
  <p:cSld name="SECTION_HEADER_2_1">
    <p:spTree>
      <p:nvGrpSpPr>
        <p:cNvPr id="423" name="Shape 423"/>
        <p:cNvGrpSpPr/>
        <p:nvPr/>
      </p:nvGrpSpPr>
      <p:grpSpPr>
        <a:xfrm>
          <a:off x="0" y="0"/>
          <a:ext cx="0" cy="0"/>
          <a:chOff x="0" y="0"/>
          <a:chExt cx="0" cy="0"/>
        </a:xfrm>
      </p:grpSpPr>
      <p:sp>
        <p:nvSpPr>
          <p:cNvPr id="424" name="Google Shape;424;g3d088728187_0_2629"/>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25" name="Google Shape;425;g3d088728187_0_2629"/>
          <p:cNvSpPr/>
          <p:nvPr>
            <p:ph idx="2" type="pic"/>
          </p:nvPr>
        </p:nvSpPr>
        <p:spPr>
          <a:xfrm>
            <a:off x="4448300" y="868825"/>
            <a:ext cx="4517700" cy="2865000"/>
          </a:xfrm>
          <a:prstGeom prst="rect">
            <a:avLst/>
          </a:prstGeom>
          <a:noFill/>
          <a:ln>
            <a:noFill/>
          </a:ln>
        </p:spPr>
      </p:sp>
      <p:pic>
        <p:nvPicPr>
          <p:cNvPr id="426" name="Google Shape;426;g3d088728187_0_2629"/>
          <p:cNvPicPr preferRelativeResize="0"/>
          <p:nvPr/>
        </p:nvPicPr>
        <p:blipFill rotWithShape="1">
          <a:blip r:embed="rId2">
            <a:alphaModFix/>
          </a:blip>
          <a:srcRect b="0" l="0" r="0" t="0"/>
          <a:stretch/>
        </p:blipFill>
        <p:spPr>
          <a:xfrm>
            <a:off x="3615075" y="393100"/>
            <a:ext cx="6173850" cy="3816449"/>
          </a:xfrm>
          <a:prstGeom prst="rect">
            <a:avLst/>
          </a:prstGeom>
          <a:noFill/>
          <a:ln>
            <a:noFill/>
          </a:ln>
        </p:spPr>
      </p:pic>
      <p:sp>
        <p:nvSpPr>
          <p:cNvPr id="427" name="Google Shape;427;g3d088728187_0_2629"/>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428" name="Google Shape;428;g3d088728187_0_2629"/>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429" name="Google Shape;429;g3d088728187_0_2629"/>
          <p:cNvSpPr txBox="1"/>
          <p:nvPr>
            <p:ph idx="3"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430" name="Google Shape;430;g3d088728187_0_2629"/>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orient="horz" pos="576">
          <p15:clr>
            <a:srgbClr val="FA7B17"/>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 Half Gradient">
  <p:cSld name="SECTION_HEADER_1">
    <p:spTree>
      <p:nvGrpSpPr>
        <p:cNvPr id="431" name="Shape 431"/>
        <p:cNvGrpSpPr/>
        <p:nvPr/>
      </p:nvGrpSpPr>
      <p:grpSpPr>
        <a:xfrm>
          <a:off x="0" y="0"/>
          <a:ext cx="0" cy="0"/>
          <a:chOff x="0" y="0"/>
          <a:chExt cx="0" cy="0"/>
        </a:xfrm>
      </p:grpSpPr>
      <p:sp>
        <p:nvSpPr>
          <p:cNvPr id="432" name="Google Shape;432;g3d088728187_0_2637"/>
          <p:cNvSpPr/>
          <p:nvPr/>
        </p:nvSpPr>
        <p:spPr>
          <a:xfrm flipH="1" rot="-5400000">
            <a:off x="4435650" y="429300"/>
            <a:ext cx="272700" cy="9155700"/>
          </a:xfrm>
          <a:prstGeom prst="rect">
            <a:avLst/>
          </a:prstGeom>
          <a:gradFill>
            <a:gsLst>
              <a:gs pos="0">
                <a:srgbClr val="EFEFEF"/>
              </a:gs>
              <a:gs pos="100000">
                <a:schemeClr val="lt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33" name="Google Shape;433;g3d088728187_0_2637"/>
          <p:cNvSpPr/>
          <p:nvPr/>
        </p:nvSpPr>
        <p:spPr>
          <a:xfrm flipH="1" rot="-5400000">
            <a:off x="3226625" y="-3250050"/>
            <a:ext cx="2684700" cy="91692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434" name="Google Shape;434;g3d088728187_0_2637"/>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435" name="Google Shape;435;g3d088728187_0_2637"/>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436" name="Google Shape;436;g3d088728187_0_2637"/>
          <p:cNvSpPr txBox="1"/>
          <p:nvPr>
            <p:ph idx="1"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437" name="Google Shape;437;g3d088728187_0_2637"/>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438" name="Google Shape;438;g3d088728187_0_2637"/>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a:solidFill>
                  <a:schemeClr val="lt1"/>
                </a:solidFill>
              </a:defRPr>
            </a:lvl1pPr>
            <a:lvl2pPr lvl="1"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 type="tx">
  <p:cSld name="TITLE_AND_BODY">
    <p:spTree>
      <p:nvGrpSpPr>
        <p:cNvPr id="439" name="Shape 439"/>
        <p:cNvGrpSpPr/>
        <p:nvPr/>
      </p:nvGrpSpPr>
      <p:grpSpPr>
        <a:xfrm>
          <a:off x="0" y="0"/>
          <a:ext cx="0" cy="0"/>
          <a:chOff x="0" y="0"/>
          <a:chExt cx="0" cy="0"/>
        </a:xfrm>
      </p:grpSpPr>
      <p:sp>
        <p:nvSpPr>
          <p:cNvPr id="440" name="Google Shape;440;g3d088728187_0_2645"/>
          <p:cNvSpPr txBox="1"/>
          <p:nvPr>
            <p:ph idx="1" type="body"/>
          </p:nvPr>
        </p:nvSpPr>
        <p:spPr>
          <a:xfrm>
            <a:off x="159300" y="1152475"/>
            <a:ext cx="8778300" cy="3657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dk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9pPr>
          </a:lstStyle>
          <a:p/>
        </p:txBody>
      </p:sp>
      <p:sp>
        <p:nvSpPr>
          <p:cNvPr id="441" name="Google Shape;441;g3d088728187_0_2645"/>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442" name="Google Shape;442;g3d088728187_0_2645"/>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443" name="Google Shape;443;g3d088728187_0_2645"/>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444" name="Google Shape;444;g3d088728187_0_2645"/>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45" name="Shape 445"/>
        <p:cNvGrpSpPr/>
        <p:nvPr/>
      </p:nvGrpSpPr>
      <p:grpSpPr>
        <a:xfrm>
          <a:off x="0" y="0"/>
          <a:ext cx="0" cy="0"/>
          <a:chOff x="0" y="0"/>
          <a:chExt cx="0" cy="0"/>
        </a:xfrm>
      </p:grpSpPr>
      <p:sp>
        <p:nvSpPr>
          <p:cNvPr id="446" name="Google Shape;446;g3d088728187_0_2651"/>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47" name="Google Shape;447;g3d088728187_0_2651"/>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48" name="Google Shape;448;g3d088728187_0_2651"/>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lt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solidFill>
                  <a:schemeClr val="lt1"/>
                </a:solidFill>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9pPr>
          </a:lstStyle>
          <a:p/>
        </p:txBody>
      </p:sp>
      <p:pic>
        <p:nvPicPr>
          <p:cNvPr id="449" name="Google Shape;449;g3d088728187_0_2651"/>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450" name="Google Shape;450;g3d088728187_0_2651"/>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451" name="Google Shape;451;g3d088728187_0_2651"/>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452" name="Google Shape;452;g3d088728187_0_2651"/>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a:solidFill>
                  <a:schemeClr val="lt1"/>
                </a:solidFill>
              </a:defRPr>
            </a:lvl1pPr>
            <a:lvl2pPr lvl="1"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453" name="Google Shape;453;g3d088728187_0_2651"/>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MAIN_POINT">
    <p:spTree>
      <p:nvGrpSpPr>
        <p:cNvPr id="454" name="Shape 454"/>
        <p:cNvGrpSpPr/>
        <p:nvPr/>
      </p:nvGrpSpPr>
      <p:grpSpPr>
        <a:xfrm>
          <a:off x="0" y="0"/>
          <a:ext cx="0" cy="0"/>
          <a:chOff x="0" y="0"/>
          <a:chExt cx="0" cy="0"/>
        </a:xfrm>
      </p:grpSpPr>
      <p:sp>
        <p:nvSpPr>
          <p:cNvPr id="455" name="Google Shape;455;g3d088728187_0_2660"/>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56" name="Google Shape;456;g3d088728187_0_2660"/>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Font typeface="Poppins Medium"/>
              <a:buNone/>
              <a:defRPr b="0" sz="36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pic>
        <p:nvPicPr>
          <p:cNvPr id="457" name="Google Shape;457;g3d088728187_0_2660"/>
          <p:cNvPicPr preferRelativeResize="0"/>
          <p:nvPr/>
        </p:nvPicPr>
        <p:blipFill rotWithShape="1">
          <a:blip r:embed="rId2">
            <a:alphaModFix/>
          </a:blip>
          <a:srcRect b="0" l="0" r="0" t="0"/>
          <a:stretch/>
        </p:blipFill>
        <p:spPr>
          <a:xfrm>
            <a:off x="3360550" y="4034579"/>
            <a:ext cx="2422912" cy="712201"/>
          </a:xfrm>
          <a:prstGeom prst="rect">
            <a:avLst/>
          </a:prstGeom>
          <a:noFill/>
          <a:ln>
            <a:noFill/>
          </a:ln>
        </p:spPr>
      </p:pic>
      <p:pic>
        <p:nvPicPr>
          <p:cNvPr id="458" name="Google Shape;458;g3d088728187_0_2660"/>
          <p:cNvPicPr preferRelativeResize="0"/>
          <p:nvPr/>
        </p:nvPicPr>
        <p:blipFill rotWithShape="1">
          <a:blip r:embed="rId3">
            <a:alphaModFix amt="16000"/>
          </a:blip>
          <a:srcRect b="13028" l="0" r="19556" t="0"/>
          <a:stretch/>
        </p:blipFill>
        <p:spPr>
          <a:xfrm>
            <a:off x="7444050" y="2739925"/>
            <a:ext cx="1705799" cy="2413476"/>
          </a:xfrm>
          <a:prstGeom prst="rect">
            <a:avLst/>
          </a:prstGeom>
          <a:noFill/>
          <a:ln>
            <a:noFill/>
          </a:ln>
        </p:spPr>
      </p:pic>
      <p:pic>
        <p:nvPicPr>
          <p:cNvPr id="459" name="Google Shape;459;g3d088728187_0_2660"/>
          <p:cNvPicPr preferRelativeResize="0"/>
          <p:nvPr/>
        </p:nvPicPr>
        <p:blipFill rotWithShape="1">
          <a:blip r:embed="rId3">
            <a:alphaModFix amt="41000"/>
          </a:blip>
          <a:srcRect b="-1846" l="41871" r="0" t="34479"/>
          <a:stretch/>
        </p:blipFill>
        <p:spPr>
          <a:xfrm>
            <a:off x="0" y="-9900"/>
            <a:ext cx="1232676" cy="186945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p:cSld name="MAIN_POINT_1">
    <p:spTree>
      <p:nvGrpSpPr>
        <p:cNvPr id="460" name="Shape 460"/>
        <p:cNvGrpSpPr/>
        <p:nvPr/>
      </p:nvGrpSpPr>
      <p:grpSpPr>
        <a:xfrm>
          <a:off x="0" y="0"/>
          <a:ext cx="0" cy="0"/>
          <a:chOff x="0" y="0"/>
          <a:chExt cx="0" cy="0"/>
        </a:xfrm>
      </p:grpSpPr>
      <p:sp>
        <p:nvSpPr>
          <p:cNvPr id="461" name="Google Shape;461;g3d088728187_0_2666"/>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62" name="Google Shape;462;g3d088728187_0_2666"/>
          <p:cNvSpPr txBox="1"/>
          <p:nvPr>
            <p:ph type="title"/>
          </p:nvPr>
        </p:nvSpPr>
        <p:spPr>
          <a:xfrm>
            <a:off x="372675" y="497100"/>
            <a:ext cx="7399800" cy="345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200"/>
              <a:buFont typeface="Poppins Medium"/>
              <a:buNone/>
              <a:defRPr b="0" sz="32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pic>
        <p:nvPicPr>
          <p:cNvPr id="463" name="Google Shape;463;g3d088728187_0_2666"/>
          <p:cNvPicPr preferRelativeResize="0"/>
          <p:nvPr/>
        </p:nvPicPr>
        <p:blipFill rotWithShape="1">
          <a:blip r:embed="rId2">
            <a:alphaModFix/>
          </a:blip>
          <a:srcRect b="0" l="0" r="0" t="0"/>
          <a:stretch/>
        </p:blipFill>
        <p:spPr>
          <a:xfrm>
            <a:off x="159300" y="4611427"/>
            <a:ext cx="1419223" cy="417175"/>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2">
  <p:cSld name="MAIN_POINT_1_1">
    <p:spTree>
      <p:nvGrpSpPr>
        <p:cNvPr id="464" name="Shape 464"/>
        <p:cNvGrpSpPr/>
        <p:nvPr/>
      </p:nvGrpSpPr>
      <p:grpSpPr>
        <a:xfrm>
          <a:off x="0" y="0"/>
          <a:ext cx="0" cy="0"/>
          <a:chOff x="0" y="0"/>
          <a:chExt cx="0" cy="0"/>
        </a:xfrm>
      </p:grpSpPr>
      <p:sp>
        <p:nvSpPr>
          <p:cNvPr id="465" name="Google Shape;465;g3d088728187_0_2670"/>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66" name="Google Shape;466;g3d088728187_0_2670"/>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467" name="Google Shape;467;g3d088728187_0_2670"/>
          <p:cNvPicPr preferRelativeResize="0"/>
          <p:nvPr/>
        </p:nvPicPr>
        <p:blipFill rotWithShape="1">
          <a:blip r:embed="rId2">
            <a:alphaModFix/>
          </a:blip>
          <a:srcRect b="0" l="0" r="0" t="0"/>
          <a:stretch/>
        </p:blipFill>
        <p:spPr>
          <a:xfrm>
            <a:off x="159300" y="4306627"/>
            <a:ext cx="1419223" cy="417175"/>
          </a:xfrm>
          <a:prstGeom prst="rect">
            <a:avLst/>
          </a:prstGeom>
          <a:noFill/>
          <a:ln>
            <a:noFill/>
          </a:ln>
        </p:spPr>
      </p:pic>
      <p:sp>
        <p:nvSpPr>
          <p:cNvPr id="468" name="Google Shape;468;g3d088728187_0_2670"/>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469" name="Google Shape;469;g3d088728187_0_2670"/>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470" name="Google Shape;470;g3d088728187_0_2670"/>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471" name="Google Shape;471;g3d088728187_0_2670"/>
          <p:cNvSpPr txBox="1"/>
          <p:nvPr>
            <p:ph type="title"/>
          </p:nvPr>
        </p:nvSpPr>
        <p:spPr>
          <a:xfrm>
            <a:off x="372675" y="497100"/>
            <a:ext cx="7399800" cy="345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200"/>
              <a:buFont typeface="Poppins Medium"/>
              <a:buNone/>
              <a:defRPr b="0" sz="32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2" name="Shape 472"/>
        <p:cNvGrpSpPr/>
        <p:nvPr/>
      </p:nvGrpSpPr>
      <p:grpSpPr>
        <a:xfrm>
          <a:off x="0" y="0"/>
          <a:ext cx="0" cy="0"/>
          <a:chOff x="0" y="0"/>
          <a:chExt cx="0" cy="0"/>
        </a:xfrm>
      </p:grpSpPr>
      <p:sp>
        <p:nvSpPr>
          <p:cNvPr id="473" name="Google Shape;473;g3d088728187_0_2678"/>
          <p:cNvSpPr txBox="1"/>
          <p:nvPr>
            <p:ph type="title"/>
          </p:nvPr>
        </p:nvSpPr>
        <p:spPr>
          <a:xfrm>
            <a:off x="457200" y="109905"/>
            <a:ext cx="8229600" cy="857400"/>
          </a:xfrm>
          <a:prstGeom prst="rect">
            <a:avLst/>
          </a:prstGeom>
          <a:noFill/>
          <a:ln>
            <a:noFill/>
          </a:ln>
        </p:spPr>
        <p:txBody>
          <a:bodyPr anchorCtr="0" anchor="t" bIns="34275" lIns="68575" spcFirstLastPara="1" rIns="68575" wrap="square" tIns="34275">
            <a:noAutofit/>
          </a:bodyPr>
          <a:lstStyle>
            <a:lvl1pPr lvl="0" algn="l">
              <a:lnSpc>
                <a:spcPct val="110000"/>
              </a:lnSpc>
              <a:spcBef>
                <a:spcPts val="0"/>
              </a:spcBef>
              <a:spcAft>
                <a:spcPts val="0"/>
              </a:spcAft>
              <a:buClr>
                <a:schemeClr val="accent1"/>
              </a:buClr>
              <a:buSzPts val="1800"/>
              <a:buFont typeface="Questrial"/>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4" name="Google Shape;474;g3d088728187_0_2678"/>
          <p:cNvSpPr txBox="1"/>
          <p:nvPr>
            <p:ph idx="1" type="body"/>
          </p:nvPr>
        </p:nvSpPr>
        <p:spPr>
          <a:xfrm>
            <a:off x="457200" y="967157"/>
            <a:ext cx="8229600" cy="3627600"/>
          </a:xfrm>
          <a:prstGeom prst="rect">
            <a:avLst/>
          </a:prstGeom>
          <a:noFill/>
          <a:ln>
            <a:noFill/>
          </a:ln>
        </p:spPr>
        <p:txBody>
          <a:bodyPr anchorCtr="0" anchor="t" bIns="34275" lIns="0" spcFirstLastPara="1" rIns="0" wrap="square" tIns="34275">
            <a:noAutofit/>
          </a:bodyPr>
          <a:lstStyle>
            <a:lvl1pPr indent="-317500" lvl="0" marL="457200" algn="l">
              <a:lnSpc>
                <a:spcPct val="90000"/>
              </a:lnSpc>
              <a:spcBef>
                <a:spcPts val="800"/>
              </a:spcBef>
              <a:spcAft>
                <a:spcPts val="0"/>
              </a:spcAft>
              <a:buClr>
                <a:schemeClr val="accent1"/>
              </a:buClr>
              <a:buSzPts val="1400"/>
              <a:buFont typeface="Arial"/>
              <a:buChar char="•"/>
              <a:defRPr/>
            </a:lvl1pPr>
            <a:lvl2pPr indent="-311150" lvl="1" marL="914400" algn="l">
              <a:lnSpc>
                <a:spcPct val="90000"/>
              </a:lnSpc>
              <a:spcBef>
                <a:spcPts val="400"/>
              </a:spcBef>
              <a:spcAft>
                <a:spcPts val="0"/>
              </a:spcAft>
              <a:buClr>
                <a:schemeClr val="accent3"/>
              </a:buClr>
              <a:buSzPts val="1300"/>
              <a:buFont typeface="Merriweather Sans"/>
              <a:buChar char="-"/>
              <a:defRPr/>
            </a:lvl2pPr>
            <a:lvl3pPr indent="-311150" lvl="2" marL="1371600" algn="l">
              <a:lnSpc>
                <a:spcPct val="90000"/>
              </a:lnSpc>
              <a:spcBef>
                <a:spcPts val="400"/>
              </a:spcBef>
              <a:spcAft>
                <a:spcPts val="0"/>
              </a:spcAft>
              <a:buClr>
                <a:schemeClr val="dk2"/>
              </a:buClr>
              <a:buSzPts val="1300"/>
              <a:buFont typeface="Arial"/>
              <a:buChar char="•"/>
              <a:defRPr/>
            </a:lvl3pPr>
            <a:lvl4pPr indent="-311150" lvl="3" marL="1828800" algn="l">
              <a:lnSpc>
                <a:spcPct val="90000"/>
              </a:lnSpc>
              <a:spcBef>
                <a:spcPts val="400"/>
              </a:spcBef>
              <a:spcAft>
                <a:spcPts val="0"/>
              </a:spcAft>
              <a:buClr>
                <a:schemeClr val="dk2"/>
              </a:buClr>
              <a:buSzPts val="1300"/>
              <a:buFont typeface="Merriweather Sans"/>
              <a:buChar char="-"/>
              <a:defRPr/>
            </a:lvl4pPr>
            <a:lvl5pPr indent="-311150" lvl="4" marL="2286000" algn="l">
              <a:lnSpc>
                <a:spcPct val="90000"/>
              </a:lnSpc>
              <a:spcBef>
                <a:spcPts val="400"/>
              </a:spcBef>
              <a:spcAft>
                <a:spcPts val="0"/>
              </a:spcAft>
              <a:buClr>
                <a:schemeClr val="dk2"/>
              </a:buClr>
              <a:buSzPts val="1300"/>
              <a:buFont typeface="Merriweather Sans"/>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75" name="Google Shape;475;g3d088728187_0_2678"/>
          <p:cNvSpPr txBox="1"/>
          <p:nvPr>
            <p:ph idx="12" type="sldNum"/>
          </p:nvPr>
        </p:nvSpPr>
        <p:spPr>
          <a:xfrm>
            <a:off x="461963" y="4560095"/>
            <a:ext cx="1879500" cy="273900"/>
          </a:xfrm>
          <a:prstGeom prst="rect">
            <a:avLst/>
          </a:prstGeom>
          <a:noFill/>
          <a:ln>
            <a:noFill/>
          </a:ln>
        </p:spPr>
        <p:txBody>
          <a:bodyPr anchorCtr="0" anchor="ctr" bIns="34275" lIns="68575" spcFirstLastPara="1" rIns="68575" wrap="square" tIns="34275">
            <a:noAutofit/>
          </a:bodyPr>
          <a:lstStyle>
            <a:lvl1pPr indent="0" lvl="0"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l">
              <a:lnSpc>
                <a:spcPct val="100000"/>
              </a:lnSpc>
              <a:spcBef>
                <a:spcPts val="0"/>
              </a:spcBef>
              <a:spcAft>
                <a:spcPts val="0"/>
              </a:spcAft>
              <a:buClr>
                <a:srgbClr val="000000"/>
              </a:buClr>
              <a:buSzPts val="1400"/>
              <a:buFont typeface="Arial"/>
              <a:buNone/>
              <a:defRPr b="0" i="0" sz="900" u="none" cap="none" strike="noStrike">
                <a:solidFill>
                  <a:schemeClr val="accent6"/>
                </a:solidFill>
                <a:latin typeface="Century Gothic"/>
                <a:ea typeface="Century Gothic"/>
                <a:cs typeface="Century Gothic"/>
                <a:sym typeface="Century Gothic"/>
              </a:defRPr>
            </a:lvl9pPr>
          </a:lstStyle>
          <a:p>
            <a:pPr indent="-88900" lvl="0" marL="0" rtl="0" algn="l">
              <a:spcBef>
                <a:spcPts val="0"/>
              </a:spcBef>
              <a:spcAft>
                <a:spcPts val="0"/>
              </a:spcAft>
              <a:buClr>
                <a:srgbClr val="000000"/>
              </a:buClr>
              <a:buSzPts val="1400"/>
              <a:buFont typeface="Arial"/>
              <a:buChar char="●"/>
            </a:pPr>
            <a:r>
              <a:t/>
            </a:r>
            <a:endParaRPr/>
          </a:p>
          <a:p>
            <a:pPr indent="-101476" lvl="1" marL="457076" rtl="0" algn="l">
              <a:spcBef>
                <a:spcPts val="0"/>
              </a:spcBef>
              <a:spcAft>
                <a:spcPts val="0"/>
              </a:spcAft>
              <a:buClr>
                <a:srgbClr val="000000"/>
              </a:buClr>
              <a:buSzPts val="1400"/>
              <a:buFont typeface="Arial"/>
              <a:buChar char="○"/>
            </a:pPr>
            <a:r>
              <a:t/>
            </a:r>
            <a:endParaRPr/>
          </a:p>
          <a:p>
            <a:pPr indent="-101356" lvl="2" marL="914156" rtl="0" algn="l">
              <a:spcBef>
                <a:spcPts val="0"/>
              </a:spcBef>
              <a:spcAft>
                <a:spcPts val="0"/>
              </a:spcAft>
              <a:buClr>
                <a:srgbClr val="000000"/>
              </a:buClr>
              <a:buSzPts val="1400"/>
              <a:buFont typeface="Arial"/>
              <a:buChar char="■"/>
            </a:pPr>
            <a:r>
              <a:t/>
            </a:r>
            <a:endParaRPr/>
          </a:p>
          <a:p>
            <a:pPr indent="-101232" lvl="3" marL="1371232" rtl="0" algn="l">
              <a:spcBef>
                <a:spcPts val="0"/>
              </a:spcBef>
              <a:spcAft>
                <a:spcPts val="0"/>
              </a:spcAft>
              <a:buClr>
                <a:srgbClr val="000000"/>
              </a:buClr>
              <a:buSzPts val="1400"/>
              <a:buFont typeface="Arial"/>
              <a:buChar char="●"/>
            </a:pPr>
            <a:r>
              <a:t/>
            </a:r>
            <a:endParaRPr/>
          </a:p>
          <a:p>
            <a:pPr indent="-101111" lvl="4" marL="1828311" rtl="0" algn="l">
              <a:spcBef>
                <a:spcPts val="0"/>
              </a:spcBef>
              <a:spcAft>
                <a:spcPts val="0"/>
              </a:spcAft>
              <a:buClr>
                <a:srgbClr val="000000"/>
              </a:buClr>
              <a:buSzPts val="1400"/>
              <a:buFont typeface="Arial"/>
              <a:buChar char="○"/>
            </a:pPr>
            <a:r>
              <a:t/>
            </a:r>
            <a:endParaRPr/>
          </a:p>
          <a:p>
            <a:pPr indent="-100989" lvl="5" marL="2285389" rtl="0" algn="l">
              <a:spcBef>
                <a:spcPts val="0"/>
              </a:spcBef>
              <a:spcAft>
                <a:spcPts val="0"/>
              </a:spcAft>
              <a:buClr>
                <a:srgbClr val="000000"/>
              </a:buClr>
              <a:buSzPts val="1400"/>
              <a:buFont typeface="Arial"/>
              <a:buChar char="■"/>
            </a:pPr>
            <a:r>
              <a:t/>
            </a:r>
            <a:endParaRPr/>
          </a:p>
          <a:p>
            <a:pPr indent="-100868" lvl="6" marL="2742468" rtl="0" algn="l">
              <a:spcBef>
                <a:spcPts val="0"/>
              </a:spcBef>
              <a:spcAft>
                <a:spcPts val="0"/>
              </a:spcAft>
              <a:buClr>
                <a:srgbClr val="000000"/>
              </a:buClr>
              <a:buSzPts val="1400"/>
              <a:buFont typeface="Arial"/>
              <a:buChar char="●"/>
            </a:pPr>
            <a:r>
              <a:t/>
            </a:r>
            <a:endParaRPr/>
          </a:p>
          <a:p>
            <a:pPr indent="-100745" lvl="7" marL="3199545" rtl="0" algn="l">
              <a:spcBef>
                <a:spcPts val="0"/>
              </a:spcBef>
              <a:spcAft>
                <a:spcPts val="0"/>
              </a:spcAft>
              <a:buClr>
                <a:srgbClr val="000000"/>
              </a:buClr>
              <a:buSzPts val="1400"/>
              <a:buFont typeface="Arial"/>
              <a:buChar char="○"/>
            </a:pPr>
            <a:r>
              <a:t/>
            </a:r>
            <a:endParaRPr/>
          </a:p>
          <a:p>
            <a:pPr indent="-100622" lvl="8" marL="3656622" rtl="0" algn="l">
              <a:spcBef>
                <a:spcPts val="0"/>
              </a:spcBef>
              <a:spcAft>
                <a:spcPts val="0"/>
              </a:spcAft>
              <a:buClr>
                <a:srgbClr val="000000"/>
              </a:buClr>
              <a:buSzPts val="1400"/>
              <a:buFont typeface="Arial"/>
              <a:buChar char="■"/>
            </a:pPr>
            <a:r>
              <a:t/>
            </a: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Title + Text">
    <p:spTree>
      <p:nvGrpSpPr>
        <p:cNvPr id="476" name="Shape 476"/>
        <p:cNvGrpSpPr/>
        <p:nvPr/>
      </p:nvGrpSpPr>
      <p:grpSpPr>
        <a:xfrm>
          <a:off x="0" y="0"/>
          <a:ext cx="0" cy="0"/>
          <a:chOff x="0" y="0"/>
          <a:chExt cx="0" cy="0"/>
        </a:xfrm>
      </p:grpSpPr>
      <p:sp>
        <p:nvSpPr>
          <p:cNvPr id="477" name="Google Shape;477;g3d088728187_0_2682"/>
          <p:cNvSpPr txBox="1"/>
          <p:nvPr>
            <p:ph idx="1" type="body"/>
          </p:nvPr>
        </p:nvSpPr>
        <p:spPr>
          <a:xfrm>
            <a:off x="339328" y="1256168"/>
            <a:ext cx="8418000" cy="3401700"/>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800"/>
              </a:spcBef>
              <a:spcAft>
                <a:spcPts val="0"/>
              </a:spcAft>
              <a:buClr>
                <a:schemeClr val="accent3"/>
              </a:buClr>
              <a:buSzPts val="1400"/>
              <a:buFont typeface="Arial"/>
              <a:buChar char="◦"/>
              <a:defRPr b="1" i="0" sz="1600">
                <a:solidFill>
                  <a:schemeClr val="accent6"/>
                </a:solidFill>
                <a:latin typeface="Century Gothic"/>
                <a:ea typeface="Century Gothic"/>
                <a:cs typeface="Century Gothic"/>
                <a:sym typeface="Century Gothic"/>
              </a:defRPr>
            </a:lvl1pPr>
            <a:lvl2pPr indent="-279400" lvl="1" marL="914400" algn="l">
              <a:lnSpc>
                <a:spcPct val="110000"/>
              </a:lnSpc>
              <a:spcBef>
                <a:spcPts val="1200"/>
              </a:spcBef>
              <a:spcAft>
                <a:spcPts val="0"/>
              </a:spcAft>
              <a:buClr>
                <a:schemeClr val="accent6"/>
              </a:buClr>
              <a:buSzPts val="800"/>
              <a:buFont typeface="Merriweather Sans"/>
              <a:buChar char="◦"/>
              <a:defRPr b="0" i="0" sz="1300">
                <a:latin typeface="Century Gothic"/>
                <a:ea typeface="Century Gothic"/>
                <a:cs typeface="Century Gothic"/>
                <a:sym typeface="Century Gothic"/>
              </a:defRPr>
            </a:lvl2pPr>
            <a:lvl3pPr indent="-279400" lvl="2" marL="1371600" algn="l">
              <a:lnSpc>
                <a:spcPct val="110000"/>
              </a:lnSpc>
              <a:spcBef>
                <a:spcPts val="1200"/>
              </a:spcBef>
              <a:spcAft>
                <a:spcPts val="0"/>
              </a:spcAft>
              <a:buClr>
                <a:schemeClr val="accent3"/>
              </a:buClr>
              <a:buSzPts val="800"/>
              <a:buFont typeface="Arial"/>
              <a:buChar char="-"/>
              <a:defRPr b="0" i="0" sz="1300">
                <a:latin typeface="Century Gothic"/>
                <a:ea typeface="Century Gothic"/>
                <a:cs typeface="Century Gothic"/>
                <a:sym typeface="Century Gothic"/>
              </a:defRPr>
            </a:lvl3pPr>
            <a:lvl4pPr indent="-311150" lvl="3" marL="1828800" algn="l">
              <a:lnSpc>
                <a:spcPct val="90000"/>
              </a:lnSpc>
              <a:spcBef>
                <a:spcPts val="1200"/>
              </a:spcBef>
              <a:spcAft>
                <a:spcPts val="0"/>
              </a:spcAft>
              <a:buClr>
                <a:schemeClr val="accent3"/>
              </a:buClr>
              <a:buSzPts val="1300"/>
              <a:buFont typeface="Merriweather Sans"/>
              <a:buChar char="◦"/>
              <a:defRPr b="0" i="0">
                <a:latin typeface="Gill Sans"/>
                <a:ea typeface="Gill Sans"/>
                <a:cs typeface="Gill Sans"/>
                <a:sym typeface="Gill Sans"/>
              </a:defRPr>
            </a:lvl4pPr>
            <a:lvl5pPr indent="-311150" lvl="4" marL="2286000" algn="l">
              <a:lnSpc>
                <a:spcPct val="90000"/>
              </a:lnSpc>
              <a:spcBef>
                <a:spcPts val="1200"/>
              </a:spcBef>
              <a:spcAft>
                <a:spcPts val="0"/>
              </a:spcAft>
              <a:buClr>
                <a:schemeClr val="accent3"/>
              </a:buClr>
              <a:buSzPts val="1300"/>
              <a:buFont typeface="Merriweather Sans"/>
              <a:buChar char="◦"/>
              <a:defRPr b="0" i="0">
                <a:latin typeface="Gill Sans"/>
                <a:ea typeface="Gill Sans"/>
                <a:cs typeface="Gill Sans"/>
                <a:sym typeface="Gill Sans"/>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478" name="Google Shape;478;g3d088728187_0_2682"/>
          <p:cNvSpPr txBox="1"/>
          <p:nvPr>
            <p:ph idx="2" type="body"/>
          </p:nvPr>
        </p:nvSpPr>
        <p:spPr>
          <a:xfrm>
            <a:off x="423549" y="667321"/>
            <a:ext cx="8387100" cy="3465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1200"/>
              </a:spcBef>
              <a:spcAft>
                <a:spcPts val="0"/>
              </a:spcAft>
              <a:buClr>
                <a:schemeClr val="accent6"/>
              </a:buClr>
              <a:buSzPts val="1300"/>
              <a:buFont typeface="Century Gothic"/>
              <a:buNone/>
              <a:defRPr/>
            </a:lvl2pPr>
            <a:lvl3pPr indent="-228600" lvl="2" marL="1371600" algn="l">
              <a:lnSpc>
                <a:spcPct val="90000"/>
              </a:lnSpc>
              <a:spcBef>
                <a:spcPts val="1200"/>
              </a:spcBef>
              <a:spcAft>
                <a:spcPts val="0"/>
              </a:spcAft>
              <a:buClr>
                <a:schemeClr val="accent3"/>
              </a:buClr>
              <a:buSzPts val="1300"/>
              <a:buFont typeface="Century Gothic"/>
              <a:buNone/>
              <a:defRPr/>
            </a:lvl3pPr>
            <a:lvl4pPr indent="-228600" lvl="3" marL="1828800" algn="l">
              <a:lnSpc>
                <a:spcPct val="90000"/>
              </a:lnSpc>
              <a:spcBef>
                <a:spcPts val="1200"/>
              </a:spcBef>
              <a:spcAft>
                <a:spcPts val="0"/>
              </a:spcAft>
              <a:buClr>
                <a:schemeClr val="accent3"/>
              </a:buClr>
              <a:buSzPts val="1300"/>
              <a:buFont typeface="Century Gothic"/>
              <a:buNone/>
              <a:defRPr/>
            </a:lvl4pPr>
            <a:lvl5pPr indent="-228600" lvl="4" marL="2286000" algn="l">
              <a:lnSpc>
                <a:spcPct val="90000"/>
              </a:lnSpc>
              <a:spcBef>
                <a:spcPts val="1200"/>
              </a:spcBef>
              <a:spcAft>
                <a:spcPts val="0"/>
              </a:spcAft>
              <a:buClr>
                <a:schemeClr val="accent3"/>
              </a:buClr>
              <a:buSzPts val="1300"/>
              <a:buFont typeface="Century Gothic"/>
              <a:buNone/>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479" name="Google Shape;479;g3d088728187_0_2682"/>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0" name="Google Shape;480;g3d088728187_0_2682"/>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1" name="Google Shape;481;g3d088728187_0_2682"/>
          <p:cNvSpPr txBox="1"/>
          <p:nvPr>
            <p:ph idx="12" type="sldNum"/>
          </p:nvPr>
        </p:nvSpPr>
        <p:spPr>
          <a:xfrm>
            <a:off x="8126944"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type="secHead">
  <p:cSld name="SECTION_HEADER">
    <p:spTree>
      <p:nvGrpSpPr>
        <p:cNvPr id="486" name="Shape 486"/>
        <p:cNvGrpSpPr/>
        <p:nvPr/>
      </p:nvGrpSpPr>
      <p:grpSpPr>
        <a:xfrm>
          <a:off x="0" y="0"/>
          <a:ext cx="0" cy="0"/>
          <a:chOff x="0" y="0"/>
          <a:chExt cx="0" cy="0"/>
        </a:xfrm>
      </p:grpSpPr>
      <p:sp>
        <p:nvSpPr>
          <p:cNvPr id="487" name="Google Shape;487;g3d088728187_0_1434"/>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488" name="Google Shape;488;g3d088728187_0_1434"/>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489" name="Google Shape;489;g3d088728187_0_1434"/>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490" name="Google Shape;490;g3d088728187_0_1434"/>
          <p:cNvSpPr txBox="1"/>
          <p:nvPr>
            <p:ph idx="1"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491" name="Google Shape;491;g3d088728187_0_1434"/>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492" name="Google Shape;492;g3d088728187_0_1434"/>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pos="288">
          <p15:clr>
            <a:srgbClr val="FA7B17"/>
          </p15:clr>
        </p15:guide>
        <p15:guide id="2" pos="5184">
          <p15:clr>
            <a:srgbClr val="FA7B17"/>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Data">
  <p:cSld name="TITLE_2_1">
    <p:spTree>
      <p:nvGrpSpPr>
        <p:cNvPr id="493" name="Shape 493"/>
        <p:cNvGrpSpPr/>
        <p:nvPr/>
      </p:nvGrpSpPr>
      <p:grpSpPr>
        <a:xfrm>
          <a:off x="0" y="0"/>
          <a:ext cx="0" cy="0"/>
          <a:chOff x="0" y="0"/>
          <a:chExt cx="0" cy="0"/>
        </a:xfrm>
      </p:grpSpPr>
      <p:sp>
        <p:nvSpPr>
          <p:cNvPr id="494" name="Google Shape;494;g3d088728187_0_1427"/>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495" name="Google Shape;495;g3d088728187_0_1427"/>
          <p:cNvPicPr preferRelativeResize="0"/>
          <p:nvPr/>
        </p:nvPicPr>
        <p:blipFill rotWithShape="1">
          <a:blip r:embed="rId2">
            <a:alphaModFix/>
          </a:blip>
          <a:srcRect b="0" l="0" r="0" t="0"/>
          <a:stretch/>
        </p:blipFill>
        <p:spPr>
          <a:xfrm>
            <a:off x="1670624" y="-9900"/>
            <a:ext cx="7735521" cy="5163299"/>
          </a:xfrm>
          <a:prstGeom prst="rect">
            <a:avLst/>
          </a:prstGeom>
          <a:noFill/>
          <a:ln>
            <a:noFill/>
          </a:ln>
        </p:spPr>
      </p:pic>
      <p:pic>
        <p:nvPicPr>
          <p:cNvPr id="496" name="Google Shape;496;g3d088728187_0_1427"/>
          <p:cNvPicPr preferRelativeResize="0"/>
          <p:nvPr/>
        </p:nvPicPr>
        <p:blipFill rotWithShape="1">
          <a:blip r:embed="rId3">
            <a:alphaModFix/>
          </a:blip>
          <a:srcRect b="0" l="0" r="0" t="0"/>
          <a:stretch/>
        </p:blipFill>
        <p:spPr>
          <a:xfrm>
            <a:off x="401025" y="142876"/>
            <a:ext cx="2157327" cy="634126"/>
          </a:xfrm>
          <a:prstGeom prst="rect">
            <a:avLst/>
          </a:prstGeom>
          <a:noFill/>
          <a:ln>
            <a:noFill/>
          </a:ln>
        </p:spPr>
      </p:pic>
      <p:sp>
        <p:nvSpPr>
          <p:cNvPr id="497" name="Google Shape;497;g3d088728187_0_1427"/>
          <p:cNvSpPr txBox="1"/>
          <p:nvPr>
            <p:ph type="ctrTitle"/>
          </p:nvPr>
        </p:nvSpPr>
        <p:spPr>
          <a:xfrm>
            <a:off x="365750" y="1043775"/>
            <a:ext cx="6489600" cy="136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400"/>
              <a:buFont typeface="Poppins Medium"/>
              <a:buNone/>
              <a:defRPr sz="3400">
                <a:solidFill>
                  <a:schemeClr val="lt1"/>
                </a:solidFill>
                <a:latin typeface="Poppins Medium"/>
                <a:ea typeface="Poppins Medium"/>
                <a:cs typeface="Poppins Medium"/>
                <a:sym typeface="Poppins Medium"/>
              </a:defRPr>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498" name="Google Shape;498;g3d088728187_0_1427"/>
          <p:cNvSpPr txBox="1"/>
          <p:nvPr>
            <p:ph idx="1" type="subTitle"/>
          </p:nvPr>
        </p:nvSpPr>
        <p:spPr>
          <a:xfrm>
            <a:off x="365750" y="2409050"/>
            <a:ext cx="6489600" cy="803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accent3"/>
              </a:buClr>
              <a:buSzPts val="2000"/>
              <a:buNone/>
              <a:defRPr sz="20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99" name="Google Shape;499;g3d088728187_0_1427"/>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extLst>
    <p:ext uri="{DCECCB84-F9BA-43D5-87BE-67443E8EF086}">
      <p15:sldGuideLst>
        <p15:guide id="1" orient="horz" pos="1028">
          <p15:clr>
            <a:srgbClr val="FA7B17"/>
          </p15:clr>
        </p15:guide>
        <p15:guide id="2" orient="horz" pos="3041">
          <p15:clr>
            <a:srgbClr val="FA7B17"/>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MAIN_POINT">
    <p:spTree>
      <p:nvGrpSpPr>
        <p:cNvPr id="500" name="Shape 500"/>
        <p:cNvGrpSpPr/>
        <p:nvPr/>
      </p:nvGrpSpPr>
      <p:grpSpPr>
        <a:xfrm>
          <a:off x="0" y="0"/>
          <a:ext cx="0" cy="0"/>
          <a:chOff x="0" y="0"/>
          <a:chExt cx="0" cy="0"/>
        </a:xfrm>
      </p:grpSpPr>
      <p:sp>
        <p:nvSpPr>
          <p:cNvPr id="501" name="Google Shape;501;g3d088728187_0_1441"/>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02" name="Google Shape;502;g3d088728187_0_1441"/>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Font typeface="Poppins Medium"/>
              <a:buNone/>
              <a:defRPr b="0" sz="36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pic>
        <p:nvPicPr>
          <p:cNvPr id="503" name="Google Shape;503;g3d088728187_0_1441"/>
          <p:cNvPicPr preferRelativeResize="0"/>
          <p:nvPr/>
        </p:nvPicPr>
        <p:blipFill rotWithShape="1">
          <a:blip r:embed="rId2">
            <a:alphaModFix/>
          </a:blip>
          <a:srcRect b="0" l="0" r="0" t="0"/>
          <a:stretch/>
        </p:blipFill>
        <p:spPr>
          <a:xfrm>
            <a:off x="3360550" y="4034579"/>
            <a:ext cx="2422912" cy="712201"/>
          </a:xfrm>
          <a:prstGeom prst="rect">
            <a:avLst/>
          </a:prstGeom>
          <a:noFill/>
          <a:ln>
            <a:noFill/>
          </a:ln>
        </p:spPr>
      </p:pic>
      <p:pic>
        <p:nvPicPr>
          <p:cNvPr id="504" name="Google Shape;504;g3d088728187_0_1441"/>
          <p:cNvPicPr preferRelativeResize="0"/>
          <p:nvPr/>
        </p:nvPicPr>
        <p:blipFill rotWithShape="1">
          <a:blip r:embed="rId3">
            <a:alphaModFix amt="16000"/>
          </a:blip>
          <a:srcRect b="13028" l="0" r="19556" t="0"/>
          <a:stretch/>
        </p:blipFill>
        <p:spPr>
          <a:xfrm>
            <a:off x="7444050" y="2739925"/>
            <a:ext cx="1705799" cy="2413476"/>
          </a:xfrm>
          <a:prstGeom prst="rect">
            <a:avLst/>
          </a:prstGeom>
          <a:noFill/>
          <a:ln>
            <a:noFill/>
          </a:ln>
        </p:spPr>
      </p:pic>
      <p:pic>
        <p:nvPicPr>
          <p:cNvPr id="505" name="Google Shape;505;g3d088728187_0_1441"/>
          <p:cNvPicPr preferRelativeResize="0"/>
          <p:nvPr/>
        </p:nvPicPr>
        <p:blipFill rotWithShape="1">
          <a:blip r:embed="rId3">
            <a:alphaModFix amt="41000"/>
          </a:blip>
          <a:srcRect b="-1846" l="41871" r="0" t="34479"/>
          <a:stretch/>
        </p:blipFill>
        <p:spPr>
          <a:xfrm>
            <a:off x="0" y="-9900"/>
            <a:ext cx="1232676" cy="186945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2">
  <p:cSld name="Title and body 1 1 2">
    <p:spTree>
      <p:nvGrpSpPr>
        <p:cNvPr id="506" name="Shape 506"/>
        <p:cNvGrpSpPr/>
        <p:nvPr/>
      </p:nvGrpSpPr>
      <p:grpSpPr>
        <a:xfrm>
          <a:off x="0" y="0"/>
          <a:ext cx="0" cy="0"/>
          <a:chOff x="0" y="0"/>
          <a:chExt cx="0" cy="0"/>
        </a:xfrm>
      </p:grpSpPr>
      <p:sp>
        <p:nvSpPr>
          <p:cNvPr id="507" name="Google Shape;507;g3d088728187_0_1447"/>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08" name="Google Shape;508;g3d088728187_0_1447"/>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509" name="Google Shape;509;g3d088728187_0_1447"/>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510" name="Google Shape;510;g3d088728187_0_1447"/>
          <p:cNvSpPr txBox="1"/>
          <p:nvPr>
            <p:ph idx="1" type="subTitle"/>
          </p:nvPr>
        </p:nvSpPr>
        <p:spPr>
          <a:xfrm>
            <a:off x="159300" y="4860900"/>
            <a:ext cx="4383000" cy="362400"/>
          </a:xfrm>
          <a:prstGeom prst="rect">
            <a:avLst/>
          </a:prstGeom>
          <a:noFill/>
          <a:ln>
            <a:noFill/>
          </a:ln>
        </p:spPr>
        <p:txBody>
          <a:bodyPr anchorCtr="0" anchor="t" bIns="68575" lIns="0" spcFirstLastPara="1" rIns="68575" wrap="square" tIns="68575">
            <a:normAutofit/>
          </a:bodyPr>
          <a:lstStyle>
            <a:lvl1pPr lvl="0" algn="l">
              <a:lnSpc>
                <a:spcPct val="115000"/>
              </a:lnSpc>
              <a:spcBef>
                <a:spcPts val="0"/>
              </a:spcBef>
              <a:spcAft>
                <a:spcPts val="0"/>
              </a:spcAft>
              <a:buClr>
                <a:schemeClr val="lt1"/>
              </a:buClr>
              <a:buSzPts val="5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9pPr>
          </a:lstStyle>
          <a:p/>
        </p:txBody>
      </p:sp>
      <p:sp>
        <p:nvSpPr>
          <p:cNvPr id="511" name="Google Shape;511;g3d088728187_0_1447"/>
          <p:cNvSpPr txBox="1"/>
          <p:nvPr>
            <p:ph idx="2" type="subTitle"/>
          </p:nvPr>
        </p:nvSpPr>
        <p:spPr>
          <a:xfrm>
            <a:off x="5448850" y="4870800"/>
            <a:ext cx="2780700" cy="393600"/>
          </a:xfrm>
          <a:prstGeom prst="rect">
            <a:avLst/>
          </a:prstGeom>
          <a:noFill/>
          <a:ln>
            <a:noFill/>
          </a:ln>
        </p:spPr>
        <p:txBody>
          <a:bodyPr anchorCtr="0" anchor="t" bIns="68575" lIns="0" spcFirstLastPara="1" rIns="0" wrap="square" tIns="68575">
            <a:normAutofit/>
          </a:bodyPr>
          <a:lstStyle>
            <a:lvl1pPr lvl="0" algn="r">
              <a:lnSpc>
                <a:spcPct val="115000"/>
              </a:lnSpc>
              <a:spcBef>
                <a:spcPts val="0"/>
              </a:spcBef>
              <a:spcAft>
                <a:spcPts val="0"/>
              </a:spcAft>
              <a:buClr>
                <a:schemeClr val="lt1"/>
              </a:buClr>
              <a:buSzPts val="5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500"/>
              <a:buFont typeface="Poppins Medium"/>
              <a:buNone/>
              <a:defRPr sz="700">
                <a:solidFill>
                  <a:schemeClr val="lt1"/>
                </a:solidFill>
                <a:latin typeface="Poppins Medium"/>
                <a:ea typeface="Poppins Medium"/>
                <a:cs typeface="Poppins Medium"/>
                <a:sym typeface="Poppins Medium"/>
              </a:defRPr>
            </a:lvl9pPr>
          </a:lstStyle>
          <a:p/>
        </p:txBody>
      </p:sp>
      <p:sp>
        <p:nvSpPr>
          <p:cNvPr id="512" name="Google Shape;512;g3d088728187_0_1447"/>
          <p:cNvSpPr txBox="1"/>
          <p:nvPr>
            <p:ph type="title"/>
          </p:nvPr>
        </p:nvSpPr>
        <p:spPr>
          <a:xfrm>
            <a:off x="159300" y="91450"/>
            <a:ext cx="8242500" cy="5727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1800"/>
              <a:buNone/>
              <a:defRPr>
                <a:solidFill>
                  <a:schemeClr val="lt1"/>
                </a:solidFill>
              </a:defRPr>
            </a:lvl1pPr>
            <a:lvl2pPr lvl="1" algn="l">
              <a:lnSpc>
                <a:spcPct val="100000"/>
              </a:lnSpc>
              <a:spcBef>
                <a:spcPts val="0"/>
              </a:spcBef>
              <a:spcAft>
                <a:spcPts val="0"/>
              </a:spcAft>
              <a:buClr>
                <a:schemeClr val="lt1"/>
              </a:buClr>
              <a:buSzPts val="18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18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18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18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18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18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18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1800"/>
              <a:buFont typeface="Poppins"/>
              <a:buNone/>
              <a:defRPr sz="2400">
                <a:solidFill>
                  <a:schemeClr val="lt1"/>
                </a:solidFill>
                <a:latin typeface="Poppins"/>
                <a:ea typeface="Poppins"/>
                <a:cs typeface="Poppins"/>
                <a:sym typeface="Poppins"/>
              </a:defRPr>
            </a:lvl9pPr>
          </a:lstStyle>
          <a:p/>
        </p:txBody>
      </p:sp>
      <p:sp>
        <p:nvSpPr>
          <p:cNvPr id="513" name="Google Shape;513;g3d088728187_0_1447"/>
          <p:cNvSpPr txBox="1"/>
          <p:nvPr>
            <p:ph idx="12" type="sldNum"/>
          </p:nvPr>
        </p:nvSpPr>
        <p:spPr>
          <a:xfrm>
            <a:off x="8595309" y="4870801"/>
            <a:ext cx="548700" cy="393600"/>
          </a:xfrm>
          <a:prstGeom prst="rect">
            <a:avLst/>
          </a:prstGeom>
          <a:noFill/>
          <a:ln>
            <a:noFill/>
          </a:ln>
        </p:spPr>
        <p:txBody>
          <a:bodyPr anchorCtr="0" anchor="t" bIns="68575" lIns="68575" spcFirstLastPara="1" rIns="68575" wrap="square" tIns="68575">
            <a:noAutofit/>
          </a:bodyPr>
          <a:lstStyle>
            <a:lvl1pPr indent="0" lvl="0"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Map">
    <p:spTree>
      <p:nvGrpSpPr>
        <p:cNvPr id="514" name="Shape 514"/>
        <p:cNvGrpSpPr/>
        <p:nvPr/>
      </p:nvGrpSpPr>
      <p:grpSpPr>
        <a:xfrm>
          <a:off x="0" y="0"/>
          <a:ext cx="0" cy="0"/>
          <a:chOff x="0" y="0"/>
          <a:chExt cx="0" cy="0"/>
        </a:xfrm>
      </p:grpSpPr>
      <p:sp>
        <p:nvSpPr>
          <p:cNvPr id="515" name="Google Shape;515;g3d088728187_0_1455"/>
          <p:cNvSpPr txBox="1"/>
          <p:nvPr>
            <p:ph idx="1" type="body"/>
          </p:nvPr>
        </p:nvSpPr>
        <p:spPr>
          <a:xfrm>
            <a:off x="423549" y="667321"/>
            <a:ext cx="8387100" cy="346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1200"/>
              </a:spcBef>
              <a:spcAft>
                <a:spcPts val="0"/>
              </a:spcAft>
              <a:buClr>
                <a:schemeClr val="accent6"/>
              </a:buClr>
              <a:buSzPts val="1300"/>
              <a:buFont typeface="Century Gothic"/>
              <a:buNone/>
              <a:defRPr/>
            </a:lvl2pPr>
            <a:lvl3pPr indent="-228600" lvl="2" marL="1371600" algn="l">
              <a:lnSpc>
                <a:spcPct val="90000"/>
              </a:lnSpc>
              <a:spcBef>
                <a:spcPts val="1200"/>
              </a:spcBef>
              <a:spcAft>
                <a:spcPts val="0"/>
              </a:spcAft>
              <a:buClr>
                <a:schemeClr val="accent3"/>
              </a:buClr>
              <a:buSzPts val="1300"/>
              <a:buFont typeface="Century Gothic"/>
              <a:buNone/>
              <a:defRPr/>
            </a:lvl3pPr>
            <a:lvl4pPr indent="-228600" lvl="3" marL="1828800" algn="l">
              <a:lnSpc>
                <a:spcPct val="90000"/>
              </a:lnSpc>
              <a:spcBef>
                <a:spcPts val="1200"/>
              </a:spcBef>
              <a:spcAft>
                <a:spcPts val="0"/>
              </a:spcAft>
              <a:buClr>
                <a:schemeClr val="accent3"/>
              </a:buClr>
              <a:buSzPts val="1300"/>
              <a:buFont typeface="Century Gothic"/>
              <a:buNone/>
              <a:defRPr/>
            </a:lvl4pPr>
            <a:lvl5pPr indent="-228600" lvl="4" marL="2286000" algn="l">
              <a:lnSpc>
                <a:spcPct val="90000"/>
              </a:lnSpc>
              <a:spcBef>
                <a:spcPts val="1200"/>
              </a:spcBef>
              <a:spcAft>
                <a:spcPts val="0"/>
              </a:spcAft>
              <a:buClr>
                <a:schemeClr val="accent3"/>
              </a:buClr>
              <a:buSzPts val="1300"/>
              <a:buFont typeface="Century Gothic"/>
              <a:buNone/>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16" name="Google Shape;516;g3d088728187_0_1455"/>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7" name="Google Shape;517;g3d088728187_0_1455"/>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18" name="Google Shape;518;g3d088728187_0_1455"/>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31">
          <p15:clr>
            <a:srgbClr val="FBAE40"/>
          </p15:clr>
        </p15:guide>
        <p15:guide id="2" pos="292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w/ pattern">
  <p:cSld name="SECTION_HEADER_5">
    <p:spTree>
      <p:nvGrpSpPr>
        <p:cNvPr id="519" name="Shape 519"/>
        <p:cNvGrpSpPr/>
        <p:nvPr/>
      </p:nvGrpSpPr>
      <p:grpSpPr>
        <a:xfrm>
          <a:off x="0" y="0"/>
          <a:ext cx="0" cy="0"/>
          <a:chOff x="0" y="0"/>
          <a:chExt cx="0" cy="0"/>
        </a:xfrm>
      </p:grpSpPr>
      <p:sp>
        <p:nvSpPr>
          <p:cNvPr id="520" name="Google Shape;520;g3d088728187_0_1460"/>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21" name="Google Shape;521;g3d088728187_0_1460"/>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pic>
        <p:nvPicPr>
          <p:cNvPr id="522" name="Google Shape;522;g3d088728187_0_1460"/>
          <p:cNvPicPr preferRelativeResize="0"/>
          <p:nvPr/>
        </p:nvPicPr>
        <p:blipFill rotWithShape="1">
          <a:blip r:embed="rId2">
            <a:alphaModFix amt="16000"/>
          </a:blip>
          <a:srcRect b="0" l="0" r="19556" t="0"/>
          <a:stretch/>
        </p:blipFill>
        <p:spPr>
          <a:xfrm>
            <a:off x="8151476" y="3181575"/>
            <a:ext cx="998376" cy="1624177"/>
          </a:xfrm>
          <a:prstGeom prst="rect">
            <a:avLst/>
          </a:prstGeom>
          <a:noFill/>
          <a:ln>
            <a:noFill/>
          </a:ln>
        </p:spPr>
      </p:pic>
      <p:pic>
        <p:nvPicPr>
          <p:cNvPr id="523" name="Google Shape;523;g3d088728187_0_1460"/>
          <p:cNvPicPr preferRelativeResize="0"/>
          <p:nvPr/>
        </p:nvPicPr>
        <p:blipFill rotWithShape="1">
          <a:blip r:embed="rId2">
            <a:alphaModFix amt="16000"/>
          </a:blip>
          <a:srcRect b="0" l="0" r="-8838" t="41783"/>
          <a:stretch/>
        </p:blipFill>
        <p:spPr>
          <a:xfrm>
            <a:off x="5948075" y="0"/>
            <a:ext cx="1350701" cy="945551"/>
          </a:xfrm>
          <a:prstGeom prst="rect">
            <a:avLst/>
          </a:prstGeom>
          <a:noFill/>
          <a:ln>
            <a:noFill/>
          </a:ln>
        </p:spPr>
      </p:pic>
      <p:sp>
        <p:nvSpPr>
          <p:cNvPr id="524" name="Google Shape;524;g3d088728187_0_1460"/>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25" name="Google Shape;525;g3d088728187_0_1460"/>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526" name="Google Shape;526;g3d088728187_0_1460"/>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527" name="Google Shape;527;g3d088728187_0_1460"/>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
          <p15:clr>
            <a:srgbClr val="FA7B17"/>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SECTION_HEADER_4">
    <p:spTree>
      <p:nvGrpSpPr>
        <p:cNvPr id="528" name="Shape 528"/>
        <p:cNvGrpSpPr/>
        <p:nvPr/>
      </p:nvGrpSpPr>
      <p:grpSpPr>
        <a:xfrm>
          <a:off x="0" y="0"/>
          <a:ext cx="0" cy="0"/>
          <a:chOff x="0" y="0"/>
          <a:chExt cx="0" cy="0"/>
        </a:xfrm>
      </p:grpSpPr>
      <p:sp>
        <p:nvSpPr>
          <p:cNvPr id="529" name="Google Shape;529;g3d088728187_0_1469"/>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30" name="Google Shape;530;g3d088728187_0_1469"/>
          <p:cNvSpPr/>
          <p:nvPr/>
        </p:nvSpPr>
        <p:spPr>
          <a:xfrm>
            <a:off x="8472500" y="0"/>
            <a:ext cx="677400" cy="63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1" name="Google Shape;531;g3d088728187_0_1469"/>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32" name="Google Shape;532;g3d088728187_0_1469"/>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533" name="Google Shape;533;g3d088728187_0_1469"/>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gram">
  <p:cSld name="1_Diagram">
    <p:spTree>
      <p:nvGrpSpPr>
        <p:cNvPr id="534" name="Shape 534"/>
        <p:cNvGrpSpPr/>
        <p:nvPr/>
      </p:nvGrpSpPr>
      <p:grpSpPr>
        <a:xfrm>
          <a:off x="0" y="0"/>
          <a:ext cx="0" cy="0"/>
          <a:chOff x="0" y="0"/>
          <a:chExt cx="0" cy="0"/>
        </a:xfrm>
      </p:grpSpPr>
      <p:sp>
        <p:nvSpPr>
          <p:cNvPr id="535" name="Google Shape;535;g3d088728187_0_1475"/>
          <p:cNvSpPr txBox="1"/>
          <p:nvPr>
            <p:ph idx="1" type="body"/>
          </p:nvPr>
        </p:nvSpPr>
        <p:spPr>
          <a:xfrm>
            <a:off x="423549" y="667321"/>
            <a:ext cx="8387100" cy="346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400"/>
              <a:buFont typeface="Century Gothic"/>
              <a:buNone/>
              <a:defRPr b="0" i="0" sz="1600">
                <a:solidFill>
                  <a:srgbClr val="DC4405"/>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accent6"/>
              </a:buClr>
              <a:buSzPts val="1300"/>
              <a:buFont typeface="Century Gothic"/>
              <a:buNone/>
              <a:defRPr/>
            </a:lvl2pPr>
            <a:lvl3pPr indent="-228600" lvl="2" marL="1371600" algn="l">
              <a:lnSpc>
                <a:spcPct val="90000"/>
              </a:lnSpc>
              <a:spcBef>
                <a:spcPts val="400"/>
              </a:spcBef>
              <a:spcAft>
                <a:spcPts val="0"/>
              </a:spcAft>
              <a:buClr>
                <a:schemeClr val="accent3"/>
              </a:buClr>
              <a:buSzPts val="1300"/>
              <a:buFont typeface="Century Gothic"/>
              <a:buNone/>
              <a:defRPr/>
            </a:lvl3pPr>
            <a:lvl4pPr indent="-228600" lvl="3" marL="1828800" algn="l">
              <a:lnSpc>
                <a:spcPct val="90000"/>
              </a:lnSpc>
              <a:spcBef>
                <a:spcPts val="400"/>
              </a:spcBef>
              <a:spcAft>
                <a:spcPts val="0"/>
              </a:spcAft>
              <a:buClr>
                <a:schemeClr val="accent3"/>
              </a:buClr>
              <a:buSzPts val="1300"/>
              <a:buFont typeface="Century Gothic"/>
              <a:buNone/>
              <a:defRPr/>
            </a:lvl4pPr>
            <a:lvl5pPr indent="-228600" lvl="4" marL="2286000" algn="l">
              <a:lnSpc>
                <a:spcPct val="90000"/>
              </a:lnSpc>
              <a:spcBef>
                <a:spcPts val="400"/>
              </a:spcBef>
              <a:spcAft>
                <a:spcPts val="0"/>
              </a:spcAft>
              <a:buClr>
                <a:schemeClr val="accent3"/>
              </a:buClr>
              <a:buSzPts val="1300"/>
              <a:buFont typeface="Century Gothic"/>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6" name="Google Shape;536;g3d088728187_0_1475"/>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0"/>
              </a:spcBef>
              <a:spcAft>
                <a:spcPts val="0"/>
              </a:spcAft>
              <a:buClr>
                <a:schemeClr val="accent6"/>
              </a:buClr>
              <a:buSzPts val="1800"/>
              <a:buFont typeface="Century Gothic"/>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7" name="Google Shape;537;g3d088728187_0_1475"/>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38" name="Google Shape;538;g3d088728187_0_1475"/>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chemeClr val="accent6"/>
              </a:buClr>
              <a:buSzPts val="900"/>
              <a:buFont typeface="Century Gothic"/>
              <a:buNone/>
              <a:defRPr b="0" i="0" sz="900" u="none" cap="none" strike="noStrike">
                <a:solidFill>
                  <a:schemeClr val="accent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31">
          <p15:clr>
            <a:srgbClr val="FBAE40"/>
          </p15:clr>
        </p15:guide>
        <p15:guide id="2" pos="2929">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Laptop">
  <p:cSld name="SECTION_HEADER_2_1">
    <p:spTree>
      <p:nvGrpSpPr>
        <p:cNvPr id="539" name="Shape 539"/>
        <p:cNvGrpSpPr/>
        <p:nvPr/>
      </p:nvGrpSpPr>
      <p:grpSpPr>
        <a:xfrm>
          <a:off x="0" y="0"/>
          <a:ext cx="0" cy="0"/>
          <a:chOff x="0" y="0"/>
          <a:chExt cx="0" cy="0"/>
        </a:xfrm>
      </p:grpSpPr>
      <p:sp>
        <p:nvSpPr>
          <p:cNvPr id="540" name="Google Shape;540;g3d088728187_0_1480"/>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41" name="Google Shape;541;g3d088728187_0_1480"/>
          <p:cNvSpPr/>
          <p:nvPr>
            <p:ph idx="2" type="pic"/>
          </p:nvPr>
        </p:nvSpPr>
        <p:spPr>
          <a:xfrm>
            <a:off x="4448300" y="868825"/>
            <a:ext cx="4517700" cy="2865000"/>
          </a:xfrm>
          <a:prstGeom prst="rect">
            <a:avLst/>
          </a:prstGeom>
          <a:noFill/>
          <a:ln>
            <a:noFill/>
          </a:ln>
        </p:spPr>
      </p:sp>
      <p:pic>
        <p:nvPicPr>
          <p:cNvPr id="542" name="Google Shape;542;g3d088728187_0_1480"/>
          <p:cNvPicPr preferRelativeResize="0"/>
          <p:nvPr/>
        </p:nvPicPr>
        <p:blipFill rotWithShape="1">
          <a:blip r:embed="rId2">
            <a:alphaModFix/>
          </a:blip>
          <a:srcRect b="0" l="0" r="0" t="0"/>
          <a:stretch/>
        </p:blipFill>
        <p:spPr>
          <a:xfrm>
            <a:off x="3615075" y="393100"/>
            <a:ext cx="6173850" cy="3816449"/>
          </a:xfrm>
          <a:prstGeom prst="rect">
            <a:avLst/>
          </a:prstGeom>
          <a:noFill/>
          <a:ln>
            <a:noFill/>
          </a:ln>
        </p:spPr>
      </p:pic>
      <p:sp>
        <p:nvSpPr>
          <p:cNvPr id="543" name="Google Shape;543;g3d088728187_0_1480"/>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44" name="Google Shape;544;g3d088728187_0_1480"/>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545" name="Google Shape;545;g3d088728187_0_1480"/>
          <p:cNvSpPr txBox="1"/>
          <p:nvPr>
            <p:ph idx="3"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546" name="Google Shape;546;g3d088728187_0_1480"/>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orient="horz" pos="576">
          <p15:clr>
            <a:srgbClr val="FA7B17"/>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47" name="Shape 547"/>
        <p:cNvGrpSpPr/>
        <p:nvPr/>
      </p:nvGrpSpPr>
      <p:grpSpPr>
        <a:xfrm>
          <a:off x="0" y="0"/>
          <a:ext cx="0" cy="0"/>
          <a:chOff x="0" y="0"/>
          <a:chExt cx="0" cy="0"/>
        </a:xfrm>
      </p:grpSpPr>
      <p:sp>
        <p:nvSpPr>
          <p:cNvPr id="548" name="Google Shape;548;g3d088728187_0_1488"/>
          <p:cNvSpPr/>
          <p:nvPr/>
        </p:nvSpPr>
        <p:spPr>
          <a:xfrm flipH="1" rot="-5400000">
            <a:off x="4435650" y="429300"/>
            <a:ext cx="2727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sp>
        <p:nvSpPr>
          <p:cNvPr id="549" name="Google Shape;549;g3d088728187_0_1488"/>
          <p:cNvSpPr txBox="1"/>
          <p:nvPr>
            <p:ph type="title"/>
          </p:nvPr>
        </p:nvSpPr>
        <p:spPr>
          <a:xfrm>
            <a:off x="362925" y="171200"/>
            <a:ext cx="7342500" cy="393600"/>
          </a:xfrm>
          <a:prstGeom prst="rect">
            <a:avLst/>
          </a:prstGeom>
          <a:noFill/>
          <a:ln>
            <a:noFill/>
          </a:ln>
        </p:spPr>
        <p:txBody>
          <a:bodyPr anchorCtr="0" anchor="ctr" bIns="68575" lIns="68575" spcFirstLastPara="1" rIns="68575" wrap="square" tIns="68575">
            <a:normAutofit/>
          </a:bodyPr>
          <a:lstStyle>
            <a:lvl1pPr lvl="0" algn="l">
              <a:lnSpc>
                <a:spcPct val="100000"/>
              </a:lnSpc>
              <a:spcBef>
                <a:spcPts val="0"/>
              </a:spcBef>
              <a:spcAft>
                <a:spcPts val="0"/>
              </a:spcAft>
              <a:buSzPts val="2000"/>
              <a:buFont typeface="Poppins Medium"/>
              <a:buNone/>
              <a:defRPr b="0" sz="2600">
                <a:latin typeface="Poppins Medium"/>
                <a:ea typeface="Poppins Medium"/>
                <a:cs typeface="Poppins Medium"/>
                <a:sym typeface="Poppins Medium"/>
              </a:defRPr>
            </a:lvl1pPr>
            <a:lvl2pPr lvl="1" algn="ctr">
              <a:lnSpc>
                <a:spcPct val="100000"/>
              </a:lnSpc>
              <a:spcBef>
                <a:spcPts val="0"/>
              </a:spcBef>
              <a:spcAft>
                <a:spcPts val="0"/>
              </a:spcAft>
              <a:buSzPts val="2700"/>
              <a:buNone/>
              <a:defRPr sz="3600"/>
            </a:lvl2pPr>
            <a:lvl3pPr lvl="2" algn="ctr">
              <a:lnSpc>
                <a:spcPct val="100000"/>
              </a:lnSpc>
              <a:spcBef>
                <a:spcPts val="0"/>
              </a:spcBef>
              <a:spcAft>
                <a:spcPts val="0"/>
              </a:spcAft>
              <a:buSzPts val="2700"/>
              <a:buNone/>
              <a:defRPr sz="3600"/>
            </a:lvl3pPr>
            <a:lvl4pPr lvl="3" algn="ctr">
              <a:lnSpc>
                <a:spcPct val="100000"/>
              </a:lnSpc>
              <a:spcBef>
                <a:spcPts val="0"/>
              </a:spcBef>
              <a:spcAft>
                <a:spcPts val="0"/>
              </a:spcAft>
              <a:buSzPts val="2700"/>
              <a:buNone/>
              <a:defRPr sz="3600"/>
            </a:lvl4pPr>
            <a:lvl5pPr lvl="4" algn="ctr">
              <a:lnSpc>
                <a:spcPct val="100000"/>
              </a:lnSpc>
              <a:spcBef>
                <a:spcPts val="0"/>
              </a:spcBef>
              <a:spcAft>
                <a:spcPts val="0"/>
              </a:spcAft>
              <a:buSzPts val="2700"/>
              <a:buNone/>
              <a:defRPr sz="3600"/>
            </a:lvl5pPr>
            <a:lvl6pPr lvl="5" algn="ctr">
              <a:lnSpc>
                <a:spcPct val="100000"/>
              </a:lnSpc>
              <a:spcBef>
                <a:spcPts val="0"/>
              </a:spcBef>
              <a:spcAft>
                <a:spcPts val="0"/>
              </a:spcAft>
              <a:buSzPts val="2700"/>
              <a:buNone/>
              <a:defRPr sz="3600"/>
            </a:lvl6pPr>
            <a:lvl7pPr lvl="6" algn="ctr">
              <a:lnSpc>
                <a:spcPct val="100000"/>
              </a:lnSpc>
              <a:spcBef>
                <a:spcPts val="0"/>
              </a:spcBef>
              <a:spcAft>
                <a:spcPts val="0"/>
              </a:spcAft>
              <a:buSzPts val="2700"/>
              <a:buNone/>
              <a:defRPr sz="3600"/>
            </a:lvl7pPr>
            <a:lvl8pPr lvl="7" algn="ctr">
              <a:lnSpc>
                <a:spcPct val="100000"/>
              </a:lnSpc>
              <a:spcBef>
                <a:spcPts val="0"/>
              </a:spcBef>
              <a:spcAft>
                <a:spcPts val="0"/>
              </a:spcAft>
              <a:buSzPts val="2700"/>
              <a:buNone/>
              <a:defRPr sz="3600"/>
            </a:lvl8pPr>
            <a:lvl9pPr lvl="8" algn="ctr">
              <a:lnSpc>
                <a:spcPct val="100000"/>
              </a:lnSpc>
              <a:spcBef>
                <a:spcPts val="0"/>
              </a:spcBef>
              <a:spcAft>
                <a:spcPts val="0"/>
              </a:spcAft>
              <a:buSzPts val="2700"/>
              <a:buNone/>
              <a:defRPr sz="3600"/>
            </a:lvl9pPr>
          </a:lstStyle>
          <a:p/>
        </p:txBody>
      </p:sp>
      <p:sp>
        <p:nvSpPr>
          <p:cNvPr id="550" name="Google Shape;550;g3d088728187_0_1488"/>
          <p:cNvSpPr txBox="1"/>
          <p:nvPr>
            <p:ph idx="12" type="sldNum"/>
          </p:nvPr>
        </p:nvSpPr>
        <p:spPr>
          <a:xfrm>
            <a:off x="8595309" y="4870801"/>
            <a:ext cx="548700" cy="393600"/>
          </a:xfrm>
          <a:prstGeom prst="rect">
            <a:avLst/>
          </a:prstGeom>
          <a:noFill/>
          <a:ln>
            <a:noFill/>
          </a:ln>
        </p:spPr>
        <p:txBody>
          <a:bodyPr anchorCtr="0" anchor="t" bIns="68575" lIns="68575" spcFirstLastPara="1" rIns="68575" wrap="square" tIns="68575">
            <a:normAutofit/>
          </a:bodyPr>
          <a:lstStyle>
            <a:lvl1pPr indent="0" lvl="0"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p:cSld name="1_Basic Slide">
    <p:spTree>
      <p:nvGrpSpPr>
        <p:cNvPr id="551" name="Shape 551"/>
        <p:cNvGrpSpPr/>
        <p:nvPr/>
      </p:nvGrpSpPr>
      <p:grpSpPr>
        <a:xfrm>
          <a:off x="0" y="0"/>
          <a:ext cx="0" cy="0"/>
          <a:chOff x="0" y="0"/>
          <a:chExt cx="0" cy="0"/>
        </a:xfrm>
      </p:grpSpPr>
      <p:sp>
        <p:nvSpPr>
          <p:cNvPr id="552" name="Google Shape;552;g3d088728187_0_1492"/>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53" name="Google Shape;553;g3d088728187_0_1492"/>
          <p:cNvSpPr txBox="1"/>
          <p:nvPr>
            <p:ph idx="12" type="sldNum"/>
          </p:nvPr>
        </p:nvSpPr>
        <p:spPr>
          <a:xfrm>
            <a:off x="8595309" y="4870801"/>
            <a:ext cx="548700" cy="393600"/>
          </a:xfrm>
          <a:prstGeom prst="rect">
            <a:avLst/>
          </a:prstGeom>
          <a:noFill/>
          <a:ln>
            <a:noFill/>
          </a:ln>
        </p:spPr>
        <p:txBody>
          <a:bodyPr anchorCtr="0" anchor="t" bIns="68575" lIns="68575" spcFirstLastPara="1" rIns="68575" wrap="square" tIns="68575">
            <a:noAutofit/>
          </a:bodyPr>
          <a:lstStyle>
            <a:lvl1pPr indent="0" lvl="0"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54" name="Google Shape;554;g3d088728187_0_1492"/>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555" name="Google Shape;555;g3d088728187_0_1492"/>
          <p:cNvSpPr txBox="1"/>
          <p:nvPr>
            <p:ph type="title"/>
          </p:nvPr>
        </p:nvSpPr>
        <p:spPr>
          <a:xfrm>
            <a:off x="159300" y="91450"/>
            <a:ext cx="8242500" cy="5727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18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100"/>
              <a:buNone/>
              <a:defRPr sz="2800">
                <a:solidFill>
                  <a:schemeClr val="dk1"/>
                </a:solidFill>
              </a:defRPr>
            </a:lvl2pPr>
            <a:lvl3pPr lvl="2" algn="l">
              <a:lnSpc>
                <a:spcPct val="100000"/>
              </a:lnSpc>
              <a:spcBef>
                <a:spcPts val="0"/>
              </a:spcBef>
              <a:spcAft>
                <a:spcPts val="0"/>
              </a:spcAft>
              <a:buClr>
                <a:schemeClr val="dk1"/>
              </a:buClr>
              <a:buSzPts val="2100"/>
              <a:buNone/>
              <a:defRPr sz="2800">
                <a:solidFill>
                  <a:schemeClr val="dk1"/>
                </a:solidFill>
              </a:defRPr>
            </a:lvl3pPr>
            <a:lvl4pPr lvl="3" algn="l">
              <a:lnSpc>
                <a:spcPct val="100000"/>
              </a:lnSpc>
              <a:spcBef>
                <a:spcPts val="0"/>
              </a:spcBef>
              <a:spcAft>
                <a:spcPts val="0"/>
              </a:spcAft>
              <a:buClr>
                <a:schemeClr val="dk1"/>
              </a:buClr>
              <a:buSzPts val="2100"/>
              <a:buNone/>
              <a:defRPr sz="2800">
                <a:solidFill>
                  <a:schemeClr val="dk1"/>
                </a:solidFill>
              </a:defRPr>
            </a:lvl4pPr>
            <a:lvl5pPr lvl="4" algn="l">
              <a:lnSpc>
                <a:spcPct val="100000"/>
              </a:lnSpc>
              <a:spcBef>
                <a:spcPts val="0"/>
              </a:spcBef>
              <a:spcAft>
                <a:spcPts val="0"/>
              </a:spcAft>
              <a:buClr>
                <a:schemeClr val="dk1"/>
              </a:buClr>
              <a:buSzPts val="2100"/>
              <a:buNone/>
              <a:defRPr sz="2800">
                <a:solidFill>
                  <a:schemeClr val="dk1"/>
                </a:solidFill>
              </a:defRPr>
            </a:lvl5pPr>
            <a:lvl6pPr lvl="5" algn="l">
              <a:lnSpc>
                <a:spcPct val="100000"/>
              </a:lnSpc>
              <a:spcBef>
                <a:spcPts val="0"/>
              </a:spcBef>
              <a:spcAft>
                <a:spcPts val="0"/>
              </a:spcAft>
              <a:buClr>
                <a:schemeClr val="dk1"/>
              </a:buClr>
              <a:buSzPts val="2100"/>
              <a:buNone/>
              <a:defRPr sz="2800">
                <a:solidFill>
                  <a:schemeClr val="dk1"/>
                </a:solidFill>
              </a:defRPr>
            </a:lvl6pPr>
            <a:lvl7pPr lvl="6" algn="l">
              <a:lnSpc>
                <a:spcPct val="100000"/>
              </a:lnSpc>
              <a:spcBef>
                <a:spcPts val="0"/>
              </a:spcBef>
              <a:spcAft>
                <a:spcPts val="0"/>
              </a:spcAft>
              <a:buClr>
                <a:schemeClr val="dk1"/>
              </a:buClr>
              <a:buSzPts val="2100"/>
              <a:buNone/>
              <a:defRPr sz="2800">
                <a:solidFill>
                  <a:schemeClr val="dk1"/>
                </a:solidFill>
              </a:defRPr>
            </a:lvl7pPr>
            <a:lvl8pPr lvl="7" algn="l">
              <a:lnSpc>
                <a:spcPct val="100000"/>
              </a:lnSpc>
              <a:spcBef>
                <a:spcPts val="0"/>
              </a:spcBef>
              <a:spcAft>
                <a:spcPts val="0"/>
              </a:spcAft>
              <a:buClr>
                <a:schemeClr val="dk1"/>
              </a:buClr>
              <a:buSzPts val="2100"/>
              <a:buNone/>
              <a:defRPr sz="2800">
                <a:solidFill>
                  <a:schemeClr val="dk1"/>
                </a:solidFill>
              </a:defRPr>
            </a:lvl8pPr>
            <a:lvl9pPr lvl="8" algn="l">
              <a:lnSpc>
                <a:spcPct val="100000"/>
              </a:lnSpc>
              <a:spcBef>
                <a:spcPts val="0"/>
              </a:spcBef>
              <a:spcAft>
                <a:spcPts val="0"/>
              </a:spcAft>
              <a:buClr>
                <a:schemeClr val="dk1"/>
              </a:buClr>
              <a:buSzPts val="2100"/>
              <a:buNone/>
              <a:defRPr sz="2800">
                <a:solidFill>
                  <a:schemeClr val="dk1"/>
                </a:solidFill>
              </a:defRPr>
            </a:lvl9pPr>
          </a:lstStyle>
          <a:p/>
        </p:txBody>
      </p:sp>
    </p:spTree>
  </p:cSld>
  <p:clrMapOvr>
    <a:masterClrMapping/>
  </p:clrMapOvr>
  <p:extLst>
    <p:ext uri="{DCECCB84-F9BA-43D5-87BE-67443E8EF086}">
      <p15:sldGuideLst>
        <p15:guide id="1" pos="162">
          <p15:clr>
            <a:srgbClr val="FA7B17"/>
          </p15:clr>
        </p15:guide>
        <p15:guide id="2" pos="2916">
          <p15:clr>
            <a:srgbClr val="FA7B17"/>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13">
  <p:cSld name="Basic Slide 13">
    <p:spTree>
      <p:nvGrpSpPr>
        <p:cNvPr id="556" name="Shape 556"/>
        <p:cNvGrpSpPr/>
        <p:nvPr/>
      </p:nvGrpSpPr>
      <p:grpSpPr>
        <a:xfrm>
          <a:off x="0" y="0"/>
          <a:ext cx="0" cy="0"/>
          <a:chOff x="0" y="0"/>
          <a:chExt cx="0" cy="0"/>
        </a:xfrm>
      </p:grpSpPr>
      <p:sp>
        <p:nvSpPr>
          <p:cNvPr id="557" name="Google Shape;557;g3d088728187_0_1497"/>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58" name="Google Shape;558;g3d088728187_0_1497"/>
          <p:cNvSpPr txBox="1"/>
          <p:nvPr>
            <p:ph idx="12" type="sldNum"/>
          </p:nvPr>
        </p:nvSpPr>
        <p:spPr>
          <a:xfrm>
            <a:off x="8595309" y="4870801"/>
            <a:ext cx="548700" cy="393600"/>
          </a:xfrm>
          <a:prstGeom prst="rect">
            <a:avLst/>
          </a:prstGeom>
          <a:noFill/>
          <a:ln>
            <a:noFill/>
          </a:ln>
        </p:spPr>
        <p:txBody>
          <a:bodyPr anchorCtr="0" anchor="t" bIns="68575" lIns="68575" spcFirstLastPara="1" rIns="68575" wrap="square" tIns="68575">
            <a:noAutofit/>
          </a:bodyPr>
          <a:lstStyle>
            <a:lvl1pPr indent="0" lvl="0"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59" name="Google Shape;559;g3d088728187_0_1497"/>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560" name="Google Shape;560;g3d088728187_0_1497"/>
          <p:cNvSpPr txBox="1"/>
          <p:nvPr>
            <p:ph idx="1" type="subTitle"/>
          </p:nvPr>
        </p:nvSpPr>
        <p:spPr>
          <a:xfrm>
            <a:off x="5448850" y="4870800"/>
            <a:ext cx="2780700" cy="393600"/>
          </a:xfrm>
          <a:prstGeom prst="rect">
            <a:avLst/>
          </a:prstGeom>
          <a:noFill/>
          <a:ln>
            <a:noFill/>
          </a:ln>
        </p:spPr>
        <p:txBody>
          <a:bodyPr anchorCtr="0" anchor="t" bIns="68575" lIns="0" spcFirstLastPara="1" rIns="0" wrap="square" tIns="68575">
            <a:normAutofit/>
          </a:bodyPr>
          <a:lstStyle>
            <a:lvl1pPr lvl="0" algn="r">
              <a:lnSpc>
                <a:spcPct val="115000"/>
              </a:lnSpc>
              <a:spcBef>
                <a:spcPts val="0"/>
              </a:spcBef>
              <a:spcAft>
                <a:spcPts val="0"/>
              </a:spcAft>
              <a:buClr>
                <a:schemeClr val="lt1"/>
              </a:buClr>
              <a:buSzPts val="5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9pPr>
          </a:lstStyle>
          <a:p/>
        </p:txBody>
      </p:sp>
      <p:sp>
        <p:nvSpPr>
          <p:cNvPr id="561" name="Google Shape;561;g3d088728187_0_1497"/>
          <p:cNvSpPr txBox="1"/>
          <p:nvPr>
            <p:ph type="title"/>
          </p:nvPr>
        </p:nvSpPr>
        <p:spPr>
          <a:xfrm>
            <a:off x="159300" y="91450"/>
            <a:ext cx="8242500" cy="5727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18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100"/>
              <a:buNone/>
              <a:defRPr sz="2800">
                <a:solidFill>
                  <a:schemeClr val="dk1"/>
                </a:solidFill>
              </a:defRPr>
            </a:lvl2pPr>
            <a:lvl3pPr lvl="2" algn="l">
              <a:lnSpc>
                <a:spcPct val="100000"/>
              </a:lnSpc>
              <a:spcBef>
                <a:spcPts val="0"/>
              </a:spcBef>
              <a:spcAft>
                <a:spcPts val="0"/>
              </a:spcAft>
              <a:buClr>
                <a:schemeClr val="dk1"/>
              </a:buClr>
              <a:buSzPts val="2100"/>
              <a:buNone/>
              <a:defRPr sz="2800">
                <a:solidFill>
                  <a:schemeClr val="dk1"/>
                </a:solidFill>
              </a:defRPr>
            </a:lvl3pPr>
            <a:lvl4pPr lvl="3" algn="l">
              <a:lnSpc>
                <a:spcPct val="100000"/>
              </a:lnSpc>
              <a:spcBef>
                <a:spcPts val="0"/>
              </a:spcBef>
              <a:spcAft>
                <a:spcPts val="0"/>
              </a:spcAft>
              <a:buClr>
                <a:schemeClr val="dk1"/>
              </a:buClr>
              <a:buSzPts val="2100"/>
              <a:buNone/>
              <a:defRPr sz="2800">
                <a:solidFill>
                  <a:schemeClr val="dk1"/>
                </a:solidFill>
              </a:defRPr>
            </a:lvl4pPr>
            <a:lvl5pPr lvl="4" algn="l">
              <a:lnSpc>
                <a:spcPct val="100000"/>
              </a:lnSpc>
              <a:spcBef>
                <a:spcPts val="0"/>
              </a:spcBef>
              <a:spcAft>
                <a:spcPts val="0"/>
              </a:spcAft>
              <a:buClr>
                <a:schemeClr val="dk1"/>
              </a:buClr>
              <a:buSzPts val="2100"/>
              <a:buNone/>
              <a:defRPr sz="2800">
                <a:solidFill>
                  <a:schemeClr val="dk1"/>
                </a:solidFill>
              </a:defRPr>
            </a:lvl5pPr>
            <a:lvl6pPr lvl="5" algn="l">
              <a:lnSpc>
                <a:spcPct val="100000"/>
              </a:lnSpc>
              <a:spcBef>
                <a:spcPts val="0"/>
              </a:spcBef>
              <a:spcAft>
                <a:spcPts val="0"/>
              </a:spcAft>
              <a:buClr>
                <a:schemeClr val="dk1"/>
              </a:buClr>
              <a:buSzPts val="2100"/>
              <a:buNone/>
              <a:defRPr sz="2800">
                <a:solidFill>
                  <a:schemeClr val="dk1"/>
                </a:solidFill>
              </a:defRPr>
            </a:lvl6pPr>
            <a:lvl7pPr lvl="6" algn="l">
              <a:lnSpc>
                <a:spcPct val="100000"/>
              </a:lnSpc>
              <a:spcBef>
                <a:spcPts val="0"/>
              </a:spcBef>
              <a:spcAft>
                <a:spcPts val="0"/>
              </a:spcAft>
              <a:buClr>
                <a:schemeClr val="dk1"/>
              </a:buClr>
              <a:buSzPts val="2100"/>
              <a:buNone/>
              <a:defRPr sz="2800">
                <a:solidFill>
                  <a:schemeClr val="dk1"/>
                </a:solidFill>
              </a:defRPr>
            </a:lvl7pPr>
            <a:lvl8pPr lvl="7" algn="l">
              <a:lnSpc>
                <a:spcPct val="100000"/>
              </a:lnSpc>
              <a:spcBef>
                <a:spcPts val="0"/>
              </a:spcBef>
              <a:spcAft>
                <a:spcPts val="0"/>
              </a:spcAft>
              <a:buClr>
                <a:schemeClr val="dk1"/>
              </a:buClr>
              <a:buSzPts val="2100"/>
              <a:buNone/>
              <a:defRPr sz="2800">
                <a:solidFill>
                  <a:schemeClr val="dk1"/>
                </a:solidFill>
              </a:defRPr>
            </a:lvl8pPr>
            <a:lvl9pPr lvl="8" algn="l">
              <a:lnSpc>
                <a:spcPct val="100000"/>
              </a:lnSpc>
              <a:spcBef>
                <a:spcPts val="0"/>
              </a:spcBef>
              <a:spcAft>
                <a:spcPts val="0"/>
              </a:spcAft>
              <a:buClr>
                <a:schemeClr val="dk1"/>
              </a:buClr>
              <a:buSzPts val="2100"/>
              <a:buNone/>
              <a:defRPr sz="2800">
                <a:solidFill>
                  <a:schemeClr val="dk1"/>
                </a:solidFill>
              </a:defRPr>
            </a:lvl9pPr>
          </a:lstStyle>
          <a:p/>
        </p:txBody>
      </p:sp>
      <p:sp>
        <p:nvSpPr>
          <p:cNvPr id="562" name="Google Shape;562;g3d088728187_0_1497"/>
          <p:cNvSpPr txBox="1"/>
          <p:nvPr/>
        </p:nvSpPr>
        <p:spPr>
          <a:xfrm>
            <a:off x="271225" y="4879275"/>
            <a:ext cx="2673600" cy="20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 sz="700" u="none" cap="none" strike="noStrike">
                <a:solidFill>
                  <a:schemeClr val="lt1"/>
                </a:solidFill>
                <a:latin typeface="Roboto"/>
                <a:ea typeface="Roboto"/>
                <a:cs typeface="Roboto"/>
                <a:sym typeface="Roboto"/>
              </a:rPr>
              <a:t>SnapLogic Confidential 2024</a:t>
            </a:r>
            <a:endParaRPr b="0" i="0" sz="700" u="none" cap="none" strike="noStrike">
              <a:solidFill>
                <a:schemeClr val="lt1"/>
              </a:solidFill>
              <a:latin typeface="Roboto"/>
              <a:ea typeface="Roboto"/>
              <a:cs typeface="Roboto"/>
              <a:sym typeface="Roboto"/>
            </a:endParaRPr>
          </a:p>
        </p:txBody>
      </p:sp>
    </p:spTree>
  </p:cSld>
  <p:clrMapOvr>
    <a:masterClrMapping/>
  </p:clrMapOvr>
  <p:extLst>
    <p:ext uri="{DCECCB84-F9BA-43D5-87BE-67443E8EF086}">
      <p15:sldGuideLst>
        <p15:guide id="1" pos="216">
          <p15:clr>
            <a:srgbClr val="FA7B17"/>
          </p15:clr>
        </p15:guide>
        <p15:guide id="2" pos="3888">
          <p15:clr>
            <a:srgbClr val="FA7B17"/>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18">
  <p:cSld name="Basic Slide 18">
    <p:spTree>
      <p:nvGrpSpPr>
        <p:cNvPr id="563" name="Shape 563"/>
        <p:cNvGrpSpPr/>
        <p:nvPr/>
      </p:nvGrpSpPr>
      <p:grpSpPr>
        <a:xfrm>
          <a:off x="0" y="0"/>
          <a:ext cx="0" cy="0"/>
          <a:chOff x="0" y="0"/>
          <a:chExt cx="0" cy="0"/>
        </a:xfrm>
      </p:grpSpPr>
      <p:sp>
        <p:nvSpPr>
          <p:cNvPr id="564" name="Google Shape;564;g3d088728187_0_1504"/>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65" name="Google Shape;565;g3d088728187_0_1504"/>
          <p:cNvSpPr txBox="1"/>
          <p:nvPr>
            <p:ph idx="12" type="sldNum"/>
          </p:nvPr>
        </p:nvSpPr>
        <p:spPr>
          <a:xfrm>
            <a:off x="8595309" y="4870801"/>
            <a:ext cx="548700" cy="393600"/>
          </a:xfrm>
          <a:prstGeom prst="rect">
            <a:avLst/>
          </a:prstGeom>
          <a:noFill/>
          <a:ln>
            <a:noFill/>
          </a:ln>
        </p:spPr>
        <p:txBody>
          <a:bodyPr anchorCtr="0" anchor="t" bIns="68575" lIns="68575" spcFirstLastPara="1" rIns="68575" wrap="square" tIns="68575">
            <a:noAutofit/>
          </a:bodyPr>
          <a:lstStyle>
            <a:lvl1pPr indent="0" lvl="0"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66" name="Google Shape;566;g3d088728187_0_1504"/>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567" name="Google Shape;567;g3d088728187_0_1504"/>
          <p:cNvSpPr txBox="1"/>
          <p:nvPr>
            <p:ph idx="1" type="subTitle"/>
          </p:nvPr>
        </p:nvSpPr>
        <p:spPr>
          <a:xfrm>
            <a:off x="159300" y="4860900"/>
            <a:ext cx="4085100" cy="362400"/>
          </a:xfrm>
          <a:prstGeom prst="rect">
            <a:avLst/>
          </a:prstGeom>
          <a:noFill/>
          <a:ln>
            <a:noFill/>
          </a:ln>
        </p:spPr>
        <p:txBody>
          <a:bodyPr anchorCtr="0" anchor="t" bIns="68575" lIns="0" spcFirstLastPara="1" rIns="68575" wrap="square" tIns="68575">
            <a:normAutofit/>
          </a:bodyPr>
          <a:lstStyle>
            <a:lvl1pPr lvl="0" algn="l">
              <a:lnSpc>
                <a:spcPct val="115000"/>
              </a:lnSpc>
              <a:spcBef>
                <a:spcPts val="0"/>
              </a:spcBef>
              <a:spcAft>
                <a:spcPts val="0"/>
              </a:spcAft>
              <a:buClr>
                <a:schemeClr val="lt1"/>
              </a:buClr>
              <a:buSzPts val="5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5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5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5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5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5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5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5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500"/>
              <a:buFont typeface="Poppins Medium"/>
              <a:buNone/>
              <a:defRPr sz="700">
                <a:solidFill>
                  <a:schemeClr val="accent2"/>
                </a:solidFill>
                <a:latin typeface="Poppins Medium"/>
                <a:ea typeface="Poppins Medium"/>
                <a:cs typeface="Poppins Medium"/>
                <a:sym typeface="Poppins Medium"/>
              </a:defRPr>
            </a:lvl9pPr>
          </a:lstStyle>
          <a:p/>
        </p:txBody>
      </p:sp>
      <p:sp>
        <p:nvSpPr>
          <p:cNvPr id="568" name="Google Shape;568;g3d088728187_0_1504"/>
          <p:cNvSpPr txBox="1"/>
          <p:nvPr>
            <p:ph idx="2" type="subTitle"/>
          </p:nvPr>
        </p:nvSpPr>
        <p:spPr>
          <a:xfrm>
            <a:off x="5448850" y="4870800"/>
            <a:ext cx="2780700" cy="393600"/>
          </a:xfrm>
          <a:prstGeom prst="rect">
            <a:avLst/>
          </a:prstGeom>
          <a:noFill/>
          <a:ln>
            <a:noFill/>
          </a:ln>
        </p:spPr>
        <p:txBody>
          <a:bodyPr anchorCtr="0" anchor="t" bIns="68575" lIns="0" spcFirstLastPara="1" rIns="0" wrap="square" tIns="68575">
            <a:normAutofit/>
          </a:bodyPr>
          <a:lstStyle>
            <a:lvl1pPr lvl="0" algn="r">
              <a:lnSpc>
                <a:spcPct val="115000"/>
              </a:lnSpc>
              <a:spcBef>
                <a:spcPts val="0"/>
              </a:spcBef>
              <a:spcAft>
                <a:spcPts val="0"/>
              </a:spcAft>
              <a:buClr>
                <a:schemeClr val="lt1"/>
              </a:buClr>
              <a:buSzPts val="5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9pPr>
          </a:lstStyle>
          <a:p/>
        </p:txBody>
      </p:sp>
      <p:sp>
        <p:nvSpPr>
          <p:cNvPr id="569" name="Google Shape;569;g3d088728187_0_1504"/>
          <p:cNvSpPr txBox="1"/>
          <p:nvPr>
            <p:ph type="title"/>
          </p:nvPr>
        </p:nvSpPr>
        <p:spPr>
          <a:xfrm>
            <a:off x="159300" y="91450"/>
            <a:ext cx="8242500" cy="5727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18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100"/>
              <a:buNone/>
              <a:defRPr sz="2800">
                <a:solidFill>
                  <a:schemeClr val="dk1"/>
                </a:solidFill>
              </a:defRPr>
            </a:lvl2pPr>
            <a:lvl3pPr lvl="2" algn="l">
              <a:lnSpc>
                <a:spcPct val="100000"/>
              </a:lnSpc>
              <a:spcBef>
                <a:spcPts val="0"/>
              </a:spcBef>
              <a:spcAft>
                <a:spcPts val="0"/>
              </a:spcAft>
              <a:buClr>
                <a:schemeClr val="dk1"/>
              </a:buClr>
              <a:buSzPts val="2100"/>
              <a:buNone/>
              <a:defRPr sz="2800">
                <a:solidFill>
                  <a:schemeClr val="dk1"/>
                </a:solidFill>
              </a:defRPr>
            </a:lvl3pPr>
            <a:lvl4pPr lvl="3" algn="l">
              <a:lnSpc>
                <a:spcPct val="100000"/>
              </a:lnSpc>
              <a:spcBef>
                <a:spcPts val="0"/>
              </a:spcBef>
              <a:spcAft>
                <a:spcPts val="0"/>
              </a:spcAft>
              <a:buClr>
                <a:schemeClr val="dk1"/>
              </a:buClr>
              <a:buSzPts val="2100"/>
              <a:buNone/>
              <a:defRPr sz="2800">
                <a:solidFill>
                  <a:schemeClr val="dk1"/>
                </a:solidFill>
              </a:defRPr>
            </a:lvl4pPr>
            <a:lvl5pPr lvl="4" algn="l">
              <a:lnSpc>
                <a:spcPct val="100000"/>
              </a:lnSpc>
              <a:spcBef>
                <a:spcPts val="0"/>
              </a:spcBef>
              <a:spcAft>
                <a:spcPts val="0"/>
              </a:spcAft>
              <a:buClr>
                <a:schemeClr val="dk1"/>
              </a:buClr>
              <a:buSzPts val="2100"/>
              <a:buNone/>
              <a:defRPr sz="2800">
                <a:solidFill>
                  <a:schemeClr val="dk1"/>
                </a:solidFill>
              </a:defRPr>
            </a:lvl5pPr>
            <a:lvl6pPr lvl="5" algn="l">
              <a:lnSpc>
                <a:spcPct val="100000"/>
              </a:lnSpc>
              <a:spcBef>
                <a:spcPts val="0"/>
              </a:spcBef>
              <a:spcAft>
                <a:spcPts val="0"/>
              </a:spcAft>
              <a:buClr>
                <a:schemeClr val="dk1"/>
              </a:buClr>
              <a:buSzPts val="2100"/>
              <a:buNone/>
              <a:defRPr sz="2800">
                <a:solidFill>
                  <a:schemeClr val="dk1"/>
                </a:solidFill>
              </a:defRPr>
            </a:lvl6pPr>
            <a:lvl7pPr lvl="6" algn="l">
              <a:lnSpc>
                <a:spcPct val="100000"/>
              </a:lnSpc>
              <a:spcBef>
                <a:spcPts val="0"/>
              </a:spcBef>
              <a:spcAft>
                <a:spcPts val="0"/>
              </a:spcAft>
              <a:buClr>
                <a:schemeClr val="dk1"/>
              </a:buClr>
              <a:buSzPts val="2100"/>
              <a:buNone/>
              <a:defRPr sz="2800">
                <a:solidFill>
                  <a:schemeClr val="dk1"/>
                </a:solidFill>
              </a:defRPr>
            </a:lvl7pPr>
            <a:lvl8pPr lvl="7" algn="l">
              <a:lnSpc>
                <a:spcPct val="100000"/>
              </a:lnSpc>
              <a:spcBef>
                <a:spcPts val="0"/>
              </a:spcBef>
              <a:spcAft>
                <a:spcPts val="0"/>
              </a:spcAft>
              <a:buClr>
                <a:schemeClr val="dk1"/>
              </a:buClr>
              <a:buSzPts val="2100"/>
              <a:buNone/>
              <a:defRPr sz="2800">
                <a:solidFill>
                  <a:schemeClr val="dk1"/>
                </a:solidFill>
              </a:defRPr>
            </a:lvl8pPr>
            <a:lvl9pPr lvl="8" algn="l">
              <a:lnSpc>
                <a:spcPct val="100000"/>
              </a:lnSpc>
              <a:spcBef>
                <a:spcPts val="0"/>
              </a:spcBef>
              <a:spcAft>
                <a:spcPts val="0"/>
              </a:spcAft>
              <a:buClr>
                <a:schemeClr val="dk1"/>
              </a:buClr>
              <a:buSzPts val="2100"/>
              <a:buNone/>
              <a:defRPr sz="2800">
                <a:solidFill>
                  <a:schemeClr val="dk1"/>
                </a:solidFill>
              </a:defRPr>
            </a:lvl9pPr>
          </a:lstStyle>
          <a:p/>
        </p:txBody>
      </p:sp>
    </p:spTree>
  </p:cSld>
  <p:clrMapOvr>
    <a:masterClrMapping/>
  </p:clrMapOvr>
  <p:extLst>
    <p:ext uri="{DCECCB84-F9BA-43D5-87BE-67443E8EF086}">
      <p15:sldGuideLst>
        <p15:guide id="1" pos="216">
          <p15:clr>
            <a:srgbClr val="FA7B17"/>
          </p15:clr>
        </p15:guide>
        <p15:guide id="2" pos="3888">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6">
  <p:cSld name="Basic Slide 6">
    <p:spTree>
      <p:nvGrpSpPr>
        <p:cNvPr id="570" name="Shape 570"/>
        <p:cNvGrpSpPr/>
        <p:nvPr/>
      </p:nvGrpSpPr>
      <p:grpSpPr>
        <a:xfrm>
          <a:off x="0" y="0"/>
          <a:ext cx="0" cy="0"/>
          <a:chOff x="0" y="0"/>
          <a:chExt cx="0" cy="0"/>
        </a:xfrm>
      </p:grpSpPr>
      <p:sp>
        <p:nvSpPr>
          <p:cNvPr id="571" name="Google Shape;571;g3d088728187_0_1511"/>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72" name="Google Shape;572;g3d088728187_0_1511"/>
          <p:cNvSpPr txBox="1"/>
          <p:nvPr>
            <p:ph idx="12" type="sldNum"/>
          </p:nvPr>
        </p:nvSpPr>
        <p:spPr>
          <a:xfrm>
            <a:off x="8595309" y="4870801"/>
            <a:ext cx="548700" cy="393600"/>
          </a:xfrm>
          <a:prstGeom prst="rect">
            <a:avLst/>
          </a:prstGeom>
          <a:noFill/>
          <a:ln>
            <a:noFill/>
          </a:ln>
        </p:spPr>
        <p:txBody>
          <a:bodyPr anchorCtr="0" anchor="t" bIns="68575" lIns="68575" spcFirstLastPara="1" rIns="68575" wrap="square" tIns="68575">
            <a:noAutofit/>
          </a:bodyPr>
          <a:lstStyle>
            <a:lvl1pPr indent="0" lvl="0"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5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73" name="Google Shape;573;g3d088728187_0_1511"/>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574" name="Google Shape;574;g3d088728187_0_1511"/>
          <p:cNvSpPr txBox="1"/>
          <p:nvPr>
            <p:ph idx="1" type="subTitle"/>
          </p:nvPr>
        </p:nvSpPr>
        <p:spPr>
          <a:xfrm>
            <a:off x="5448850" y="4870800"/>
            <a:ext cx="2780700" cy="393600"/>
          </a:xfrm>
          <a:prstGeom prst="rect">
            <a:avLst/>
          </a:prstGeom>
          <a:noFill/>
          <a:ln>
            <a:noFill/>
          </a:ln>
        </p:spPr>
        <p:txBody>
          <a:bodyPr anchorCtr="0" anchor="t" bIns="68575" lIns="0" spcFirstLastPara="1" rIns="0" wrap="square" tIns="68575">
            <a:normAutofit/>
          </a:bodyPr>
          <a:lstStyle>
            <a:lvl1pPr lvl="0" algn="r">
              <a:lnSpc>
                <a:spcPct val="115000"/>
              </a:lnSpc>
              <a:spcBef>
                <a:spcPts val="0"/>
              </a:spcBef>
              <a:spcAft>
                <a:spcPts val="0"/>
              </a:spcAft>
              <a:buClr>
                <a:schemeClr val="lt1"/>
              </a:buClr>
              <a:buSzPts val="5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9pPr>
          </a:lstStyle>
          <a:p/>
        </p:txBody>
      </p:sp>
      <p:sp>
        <p:nvSpPr>
          <p:cNvPr id="575" name="Google Shape;575;g3d088728187_0_1511"/>
          <p:cNvSpPr txBox="1"/>
          <p:nvPr>
            <p:ph type="title"/>
          </p:nvPr>
        </p:nvSpPr>
        <p:spPr>
          <a:xfrm>
            <a:off x="159300" y="91450"/>
            <a:ext cx="8242500" cy="5727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18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100"/>
              <a:buNone/>
              <a:defRPr sz="2800">
                <a:solidFill>
                  <a:schemeClr val="dk1"/>
                </a:solidFill>
              </a:defRPr>
            </a:lvl2pPr>
            <a:lvl3pPr lvl="2" algn="l">
              <a:lnSpc>
                <a:spcPct val="100000"/>
              </a:lnSpc>
              <a:spcBef>
                <a:spcPts val="0"/>
              </a:spcBef>
              <a:spcAft>
                <a:spcPts val="0"/>
              </a:spcAft>
              <a:buClr>
                <a:schemeClr val="dk1"/>
              </a:buClr>
              <a:buSzPts val="2100"/>
              <a:buNone/>
              <a:defRPr sz="2800">
                <a:solidFill>
                  <a:schemeClr val="dk1"/>
                </a:solidFill>
              </a:defRPr>
            </a:lvl3pPr>
            <a:lvl4pPr lvl="3" algn="l">
              <a:lnSpc>
                <a:spcPct val="100000"/>
              </a:lnSpc>
              <a:spcBef>
                <a:spcPts val="0"/>
              </a:spcBef>
              <a:spcAft>
                <a:spcPts val="0"/>
              </a:spcAft>
              <a:buClr>
                <a:schemeClr val="dk1"/>
              </a:buClr>
              <a:buSzPts val="2100"/>
              <a:buNone/>
              <a:defRPr sz="2800">
                <a:solidFill>
                  <a:schemeClr val="dk1"/>
                </a:solidFill>
              </a:defRPr>
            </a:lvl4pPr>
            <a:lvl5pPr lvl="4" algn="l">
              <a:lnSpc>
                <a:spcPct val="100000"/>
              </a:lnSpc>
              <a:spcBef>
                <a:spcPts val="0"/>
              </a:spcBef>
              <a:spcAft>
                <a:spcPts val="0"/>
              </a:spcAft>
              <a:buClr>
                <a:schemeClr val="dk1"/>
              </a:buClr>
              <a:buSzPts val="2100"/>
              <a:buNone/>
              <a:defRPr sz="2800">
                <a:solidFill>
                  <a:schemeClr val="dk1"/>
                </a:solidFill>
              </a:defRPr>
            </a:lvl5pPr>
            <a:lvl6pPr lvl="5" algn="l">
              <a:lnSpc>
                <a:spcPct val="100000"/>
              </a:lnSpc>
              <a:spcBef>
                <a:spcPts val="0"/>
              </a:spcBef>
              <a:spcAft>
                <a:spcPts val="0"/>
              </a:spcAft>
              <a:buClr>
                <a:schemeClr val="dk1"/>
              </a:buClr>
              <a:buSzPts val="2100"/>
              <a:buNone/>
              <a:defRPr sz="2800">
                <a:solidFill>
                  <a:schemeClr val="dk1"/>
                </a:solidFill>
              </a:defRPr>
            </a:lvl6pPr>
            <a:lvl7pPr lvl="6" algn="l">
              <a:lnSpc>
                <a:spcPct val="100000"/>
              </a:lnSpc>
              <a:spcBef>
                <a:spcPts val="0"/>
              </a:spcBef>
              <a:spcAft>
                <a:spcPts val="0"/>
              </a:spcAft>
              <a:buClr>
                <a:schemeClr val="dk1"/>
              </a:buClr>
              <a:buSzPts val="2100"/>
              <a:buNone/>
              <a:defRPr sz="2800">
                <a:solidFill>
                  <a:schemeClr val="dk1"/>
                </a:solidFill>
              </a:defRPr>
            </a:lvl7pPr>
            <a:lvl8pPr lvl="7" algn="l">
              <a:lnSpc>
                <a:spcPct val="100000"/>
              </a:lnSpc>
              <a:spcBef>
                <a:spcPts val="0"/>
              </a:spcBef>
              <a:spcAft>
                <a:spcPts val="0"/>
              </a:spcAft>
              <a:buClr>
                <a:schemeClr val="dk1"/>
              </a:buClr>
              <a:buSzPts val="2100"/>
              <a:buNone/>
              <a:defRPr sz="2800">
                <a:solidFill>
                  <a:schemeClr val="dk1"/>
                </a:solidFill>
              </a:defRPr>
            </a:lvl8pPr>
            <a:lvl9pPr lvl="8" algn="l">
              <a:lnSpc>
                <a:spcPct val="100000"/>
              </a:lnSpc>
              <a:spcBef>
                <a:spcPts val="0"/>
              </a:spcBef>
              <a:spcAft>
                <a:spcPts val="0"/>
              </a:spcAft>
              <a:buClr>
                <a:schemeClr val="dk1"/>
              </a:buClr>
              <a:buSzPts val="2100"/>
              <a:buNone/>
              <a:defRPr sz="2800">
                <a:solidFill>
                  <a:schemeClr val="dk1"/>
                </a:solidFill>
              </a:defRPr>
            </a:lvl9pPr>
          </a:lstStyle>
          <a:p/>
        </p:txBody>
      </p:sp>
      <p:sp>
        <p:nvSpPr>
          <p:cNvPr id="576" name="Google Shape;576;g3d088728187_0_1511"/>
          <p:cNvSpPr txBox="1"/>
          <p:nvPr/>
        </p:nvSpPr>
        <p:spPr>
          <a:xfrm>
            <a:off x="271225" y="4879275"/>
            <a:ext cx="2673600" cy="20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 sz="700" u="none" cap="none" strike="noStrike">
                <a:solidFill>
                  <a:schemeClr val="lt1"/>
                </a:solidFill>
                <a:latin typeface="Roboto"/>
                <a:ea typeface="Roboto"/>
                <a:cs typeface="Roboto"/>
                <a:sym typeface="Roboto"/>
              </a:rPr>
              <a:t>SnapLogic Confidential 2024</a:t>
            </a:r>
            <a:endParaRPr b="0" i="0" sz="700" u="none" cap="none" strike="noStrike">
              <a:solidFill>
                <a:schemeClr val="lt1"/>
              </a:solidFill>
              <a:latin typeface="Roboto"/>
              <a:ea typeface="Roboto"/>
              <a:cs typeface="Roboto"/>
              <a:sym typeface="Roboto"/>
            </a:endParaRPr>
          </a:p>
        </p:txBody>
      </p:sp>
    </p:spTree>
  </p:cSld>
  <p:clrMapOvr>
    <a:masterClrMapping/>
  </p:clrMapOvr>
  <p:extLst>
    <p:ext uri="{DCECCB84-F9BA-43D5-87BE-67443E8EF086}">
      <p15:sldGuideLst>
        <p15:guide id="1" pos="216">
          <p15:clr>
            <a:srgbClr val="FA7B17"/>
          </p15:clr>
        </p15:guide>
        <p15:guide id="2" pos="3888">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p:cSld name="1_Basic Slide 2">
    <p:spTree>
      <p:nvGrpSpPr>
        <p:cNvPr id="577" name="Shape 577"/>
        <p:cNvGrpSpPr/>
        <p:nvPr/>
      </p:nvGrpSpPr>
      <p:grpSpPr>
        <a:xfrm>
          <a:off x="0" y="0"/>
          <a:ext cx="0" cy="0"/>
          <a:chOff x="0" y="0"/>
          <a:chExt cx="0" cy="0"/>
        </a:xfrm>
      </p:grpSpPr>
      <p:sp>
        <p:nvSpPr>
          <p:cNvPr id="578" name="Google Shape;578;g3d088728187_0_1518"/>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79" name="Google Shape;579;g3d088728187_0_1518"/>
          <p:cNvSpPr txBox="1"/>
          <p:nvPr>
            <p:ph idx="12" type="sldNum"/>
          </p:nvPr>
        </p:nvSpPr>
        <p:spPr>
          <a:xfrm>
            <a:off x="8595309" y="4870801"/>
            <a:ext cx="548700" cy="393600"/>
          </a:xfrm>
          <a:prstGeom prst="rect">
            <a:avLst/>
          </a:prstGeom>
          <a:noFill/>
          <a:ln>
            <a:noFill/>
          </a:ln>
        </p:spPr>
        <p:txBody>
          <a:bodyPr anchorCtr="0" anchor="t" bIns="68575" lIns="68575" spcFirstLastPara="1" rIns="68575" wrap="square" tIns="6857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80" name="Google Shape;580;g3d088728187_0_1518"/>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581" name="Google Shape;581;g3d088728187_0_1518"/>
          <p:cNvSpPr txBox="1"/>
          <p:nvPr>
            <p:ph idx="1" type="subTitle"/>
          </p:nvPr>
        </p:nvSpPr>
        <p:spPr>
          <a:xfrm>
            <a:off x="5448850" y="4870800"/>
            <a:ext cx="2780700" cy="393600"/>
          </a:xfrm>
          <a:prstGeom prst="rect">
            <a:avLst/>
          </a:prstGeom>
          <a:noFill/>
          <a:ln>
            <a:noFill/>
          </a:ln>
        </p:spPr>
        <p:txBody>
          <a:bodyPr anchorCtr="0" anchor="t" bIns="68575" lIns="0" spcFirstLastPara="1" rIns="0" wrap="square" tIns="68575">
            <a:normAutofit/>
          </a:bodyPr>
          <a:lstStyle>
            <a:lvl1pPr lvl="0" algn="r">
              <a:lnSpc>
                <a:spcPct val="115000"/>
              </a:lnSpc>
              <a:spcBef>
                <a:spcPts val="0"/>
              </a:spcBef>
              <a:spcAft>
                <a:spcPts val="0"/>
              </a:spcAft>
              <a:buClr>
                <a:schemeClr val="lt1"/>
              </a:buClr>
              <a:buSzPts val="5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9pPr>
          </a:lstStyle>
          <a:p/>
        </p:txBody>
      </p:sp>
      <p:sp>
        <p:nvSpPr>
          <p:cNvPr id="582" name="Google Shape;582;g3d088728187_0_1518"/>
          <p:cNvSpPr txBox="1"/>
          <p:nvPr>
            <p:ph type="title"/>
          </p:nvPr>
        </p:nvSpPr>
        <p:spPr>
          <a:xfrm>
            <a:off x="159300" y="91450"/>
            <a:ext cx="8242500" cy="5727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100"/>
              <a:buNone/>
              <a:defRPr sz="2800">
                <a:solidFill>
                  <a:schemeClr val="dk1"/>
                </a:solidFill>
              </a:defRPr>
            </a:lvl2pPr>
            <a:lvl3pPr lvl="2" algn="l">
              <a:lnSpc>
                <a:spcPct val="100000"/>
              </a:lnSpc>
              <a:spcBef>
                <a:spcPts val="0"/>
              </a:spcBef>
              <a:spcAft>
                <a:spcPts val="0"/>
              </a:spcAft>
              <a:buClr>
                <a:schemeClr val="dk1"/>
              </a:buClr>
              <a:buSzPts val="2100"/>
              <a:buNone/>
              <a:defRPr sz="2800">
                <a:solidFill>
                  <a:schemeClr val="dk1"/>
                </a:solidFill>
              </a:defRPr>
            </a:lvl3pPr>
            <a:lvl4pPr lvl="3" algn="l">
              <a:lnSpc>
                <a:spcPct val="100000"/>
              </a:lnSpc>
              <a:spcBef>
                <a:spcPts val="0"/>
              </a:spcBef>
              <a:spcAft>
                <a:spcPts val="0"/>
              </a:spcAft>
              <a:buClr>
                <a:schemeClr val="dk1"/>
              </a:buClr>
              <a:buSzPts val="2100"/>
              <a:buNone/>
              <a:defRPr sz="2800">
                <a:solidFill>
                  <a:schemeClr val="dk1"/>
                </a:solidFill>
              </a:defRPr>
            </a:lvl4pPr>
            <a:lvl5pPr lvl="4" algn="l">
              <a:lnSpc>
                <a:spcPct val="100000"/>
              </a:lnSpc>
              <a:spcBef>
                <a:spcPts val="0"/>
              </a:spcBef>
              <a:spcAft>
                <a:spcPts val="0"/>
              </a:spcAft>
              <a:buClr>
                <a:schemeClr val="dk1"/>
              </a:buClr>
              <a:buSzPts val="2100"/>
              <a:buNone/>
              <a:defRPr sz="2800">
                <a:solidFill>
                  <a:schemeClr val="dk1"/>
                </a:solidFill>
              </a:defRPr>
            </a:lvl5pPr>
            <a:lvl6pPr lvl="5" algn="l">
              <a:lnSpc>
                <a:spcPct val="100000"/>
              </a:lnSpc>
              <a:spcBef>
                <a:spcPts val="0"/>
              </a:spcBef>
              <a:spcAft>
                <a:spcPts val="0"/>
              </a:spcAft>
              <a:buClr>
                <a:schemeClr val="dk1"/>
              </a:buClr>
              <a:buSzPts val="2100"/>
              <a:buNone/>
              <a:defRPr sz="2800">
                <a:solidFill>
                  <a:schemeClr val="dk1"/>
                </a:solidFill>
              </a:defRPr>
            </a:lvl6pPr>
            <a:lvl7pPr lvl="6" algn="l">
              <a:lnSpc>
                <a:spcPct val="100000"/>
              </a:lnSpc>
              <a:spcBef>
                <a:spcPts val="0"/>
              </a:spcBef>
              <a:spcAft>
                <a:spcPts val="0"/>
              </a:spcAft>
              <a:buClr>
                <a:schemeClr val="dk1"/>
              </a:buClr>
              <a:buSzPts val="2100"/>
              <a:buNone/>
              <a:defRPr sz="2800">
                <a:solidFill>
                  <a:schemeClr val="dk1"/>
                </a:solidFill>
              </a:defRPr>
            </a:lvl7pPr>
            <a:lvl8pPr lvl="7" algn="l">
              <a:lnSpc>
                <a:spcPct val="100000"/>
              </a:lnSpc>
              <a:spcBef>
                <a:spcPts val="0"/>
              </a:spcBef>
              <a:spcAft>
                <a:spcPts val="0"/>
              </a:spcAft>
              <a:buClr>
                <a:schemeClr val="dk1"/>
              </a:buClr>
              <a:buSzPts val="2100"/>
              <a:buNone/>
              <a:defRPr sz="2800">
                <a:solidFill>
                  <a:schemeClr val="dk1"/>
                </a:solidFill>
              </a:defRPr>
            </a:lvl8pPr>
            <a:lvl9pPr lvl="8" algn="l">
              <a:lnSpc>
                <a:spcPct val="100000"/>
              </a:lnSpc>
              <a:spcBef>
                <a:spcPts val="0"/>
              </a:spcBef>
              <a:spcAft>
                <a:spcPts val="0"/>
              </a:spcAft>
              <a:buClr>
                <a:schemeClr val="dk1"/>
              </a:buClr>
              <a:buSzPts val="2100"/>
              <a:buNone/>
              <a:defRPr sz="2800">
                <a:solidFill>
                  <a:schemeClr val="dk1"/>
                </a:solidFill>
              </a:defRPr>
            </a:lvl9pPr>
          </a:lstStyle>
          <a:p/>
        </p:txBody>
      </p:sp>
      <p:sp>
        <p:nvSpPr>
          <p:cNvPr id="583" name="Google Shape;583;g3d088728187_0_1518"/>
          <p:cNvSpPr txBox="1"/>
          <p:nvPr/>
        </p:nvSpPr>
        <p:spPr>
          <a:xfrm>
            <a:off x="271225" y="4879275"/>
            <a:ext cx="2673600" cy="20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Roboto"/>
                <a:ea typeface="Roboto"/>
                <a:cs typeface="Roboto"/>
                <a:sym typeface="Roboto"/>
              </a:rPr>
              <a:t>SnapLogic Confidential 2024</a:t>
            </a:r>
            <a:endParaRPr b="0" i="0" sz="700" u="none" cap="none" strike="noStrike">
              <a:solidFill>
                <a:schemeClr val="lt1"/>
              </a:solidFill>
              <a:latin typeface="Roboto"/>
              <a:ea typeface="Roboto"/>
              <a:cs typeface="Roboto"/>
              <a:sym typeface="Roboto"/>
            </a:endParaRPr>
          </a:p>
        </p:txBody>
      </p:sp>
    </p:spTree>
  </p:cSld>
  <p:clrMapOvr>
    <a:masterClrMapping/>
  </p:clrMapOvr>
  <p:extLst>
    <p:ext uri="{DCECCB84-F9BA-43D5-87BE-67443E8EF086}">
      <p15:sldGuideLst>
        <p15:guide id="1" pos="216">
          <p15:clr>
            <a:srgbClr val="FA7B17"/>
          </p15:clr>
        </p15:guide>
        <p15:guide id="2" pos="3888">
          <p15:clr>
            <a:srgbClr val="FA7B17"/>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Slide 11">
  <p:cSld name="Basic Slide 11">
    <p:spTree>
      <p:nvGrpSpPr>
        <p:cNvPr id="584" name="Shape 584"/>
        <p:cNvGrpSpPr/>
        <p:nvPr/>
      </p:nvGrpSpPr>
      <p:grpSpPr>
        <a:xfrm>
          <a:off x="0" y="0"/>
          <a:ext cx="0" cy="0"/>
          <a:chOff x="0" y="0"/>
          <a:chExt cx="0" cy="0"/>
        </a:xfrm>
      </p:grpSpPr>
      <p:sp>
        <p:nvSpPr>
          <p:cNvPr id="585" name="Google Shape;585;g3d088728187_0_1525"/>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800" u="none" cap="none" strike="noStrike">
              <a:solidFill>
                <a:srgbClr val="000000"/>
              </a:solidFill>
              <a:latin typeface="Roboto"/>
              <a:ea typeface="Roboto"/>
              <a:cs typeface="Roboto"/>
              <a:sym typeface="Roboto"/>
            </a:endParaRPr>
          </a:p>
        </p:txBody>
      </p:sp>
      <p:sp>
        <p:nvSpPr>
          <p:cNvPr id="586" name="Google Shape;586;g3d088728187_0_1525"/>
          <p:cNvSpPr txBox="1"/>
          <p:nvPr>
            <p:ph idx="12" type="sldNum"/>
          </p:nvPr>
        </p:nvSpPr>
        <p:spPr>
          <a:xfrm>
            <a:off x="8595309" y="4870801"/>
            <a:ext cx="548700" cy="393600"/>
          </a:xfrm>
          <a:prstGeom prst="rect">
            <a:avLst/>
          </a:prstGeom>
          <a:noFill/>
          <a:ln>
            <a:noFill/>
          </a:ln>
        </p:spPr>
        <p:txBody>
          <a:bodyPr anchorCtr="0" anchor="t" bIns="68575" lIns="68575" spcFirstLastPara="1" rIns="68575" wrap="square" tIns="6857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587" name="Google Shape;587;g3d088728187_0_1525"/>
          <p:cNvSpPr txBox="1"/>
          <p:nvPr/>
        </p:nvSpPr>
        <p:spPr>
          <a:xfrm>
            <a:off x="362925" y="4117850"/>
            <a:ext cx="3675000" cy="2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Poppins Medium"/>
                <a:ea typeface="Poppins Medium"/>
                <a:cs typeface="Poppins Medium"/>
                <a:sym typeface="Poppins Medium"/>
              </a:rPr>
              <a:t>Click to edit Presentation Title </a:t>
            </a:r>
            <a:endParaRPr b="0" i="0" sz="700" u="none" cap="none" strike="noStrike">
              <a:solidFill>
                <a:schemeClr val="lt1"/>
              </a:solidFill>
              <a:latin typeface="Poppins Medium"/>
              <a:ea typeface="Poppins Medium"/>
              <a:cs typeface="Poppins Medium"/>
              <a:sym typeface="Poppins Medium"/>
            </a:endParaRPr>
          </a:p>
        </p:txBody>
      </p:sp>
      <p:sp>
        <p:nvSpPr>
          <p:cNvPr id="588" name="Google Shape;588;g3d088728187_0_1525"/>
          <p:cNvSpPr txBox="1"/>
          <p:nvPr>
            <p:ph idx="1" type="subTitle"/>
          </p:nvPr>
        </p:nvSpPr>
        <p:spPr>
          <a:xfrm>
            <a:off x="5448850" y="4870800"/>
            <a:ext cx="2780700" cy="393600"/>
          </a:xfrm>
          <a:prstGeom prst="rect">
            <a:avLst/>
          </a:prstGeom>
          <a:noFill/>
          <a:ln>
            <a:noFill/>
          </a:ln>
        </p:spPr>
        <p:txBody>
          <a:bodyPr anchorCtr="0" anchor="t" bIns="68575" lIns="0" spcFirstLastPara="1" rIns="0" wrap="square" tIns="68575">
            <a:normAutofit/>
          </a:bodyPr>
          <a:lstStyle>
            <a:lvl1pPr lvl="0" algn="r">
              <a:lnSpc>
                <a:spcPct val="115000"/>
              </a:lnSpc>
              <a:spcBef>
                <a:spcPts val="0"/>
              </a:spcBef>
              <a:spcAft>
                <a:spcPts val="0"/>
              </a:spcAft>
              <a:buClr>
                <a:schemeClr val="lt1"/>
              </a:buClr>
              <a:buSzPts val="5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500"/>
              <a:buFont typeface="Poppins Medium"/>
              <a:buNone/>
              <a:defRPr sz="700">
                <a:latin typeface="Poppins Medium"/>
                <a:ea typeface="Poppins Medium"/>
                <a:cs typeface="Poppins Medium"/>
                <a:sym typeface="Poppins Medium"/>
              </a:defRPr>
            </a:lvl9pPr>
          </a:lstStyle>
          <a:p/>
        </p:txBody>
      </p:sp>
      <p:sp>
        <p:nvSpPr>
          <p:cNvPr id="589" name="Google Shape;589;g3d088728187_0_1525"/>
          <p:cNvSpPr txBox="1"/>
          <p:nvPr>
            <p:ph type="title"/>
          </p:nvPr>
        </p:nvSpPr>
        <p:spPr>
          <a:xfrm>
            <a:off x="159300" y="91450"/>
            <a:ext cx="8242500" cy="5727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100"/>
              <a:buNone/>
              <a:defRPr sz="2800">
                <a:solidFill>
                  <a:schemeClr val="dk1"/>
                </a:solidFill>
              </a:defRPr>
            </a:lvl2pPr>
            <a:lvl3pPr lvl="2" algn="l">
              <a:lnSpc>
                <a:spcPct val="100000"/>
              </a:lnSpc>
              <a:spcBef>
                <a:spcPts val="0"/>
              </a:spcBef>
              <a:spcAft>
                <a:spcPts val="0"/>
              </a:spcAft>
              <a:buClr>
                <a:schemeClr val="dk1"/>
              </a:buClr>
              <a:buSzPts val="2100"/>
              <a:buNone/>
              <a:defRPr sz="2800">
                <a:solidFill>
                  <a:schemeClr val="dk1"/>
                </a:solidFill>
              </a:defRPr>
            </a:lvl3pPr>
            <a:lvl4pPr lvl="3" algn="l">
              <a:lnSpc>
                <a:spcPct val="100000"/>
              </a:lnSpc>
              <a:spcBef>
                <a:spcPts val="0"/>
              </a:spcBef>
              <a:spcAft>
                <a:spcPts val="0"/>
              </a:spcAft>
              <a:buClr>
                <a:schemeClr val="dk1"/>
              </a:buClr>
              <a:buSzPts val="2100"/>
              <a:buNone/>
              <a:defRPr sz="2800">
                <a:solidFill>
                  <a:schemeClr val="dk1"/>
                </a:solidFill>
              </a:defRPr>
            </a:lvl4pPr>
            <a:lvl5pPr lvl="4" algn="l">
              <a:lnSpc>
                <a:spcPct val="100000"/>
              </a:lnSpc>
              <a:spcBef>
                <a:spcPts val="0"/>
              </a:spcBef>
              <a:spcAft>
                <a:spcPts val="0"/>
              </a:spcAft>
              <a:buClr>
                <a:schemeClr val="dk1"/>
              </a:buClr>
              <a:buSzPts val="2100"/>
              <a:buNone/>
              <a:defRPr sz="2800">
                <a:solidFill>
                  <a:schemeClr val="dk1"/>
                </a:solidFill>
              </a:defRPr>
            </a:lvl5pPr>
            <a:lvl6pPr lvl="5" algn="l">
              <a:lnSpc>
                <a:spcPct val="100000"/>
              </a:lnSpc>
              <a:spcBef>
                <a:spcPts val="0"/>
              </a:spcBef>
              <a:spcAft>
                <a:spcPts val="0"/>
              </a:spcAft>
              <a:buClr>
                <a:schemeClr val="dk1"/>
              </a:buClr>
              <a:buSzPts val="2100"/>
              <a:buNone/>
              <a:defRPr sz="2800">
                <a:solidFill>
                  <a:schemeClr val="dk1"/>
                </a:solidFill>
              </a:defRPr>
            </a:lvl6pPr>
            <a:lvl7pPr lvl="6" algn="l">
              <a:lnSpc>
                <a:spcPct val="100000"/>
              </a:lnSpc>
              <a:spcBef>
                <a:spcPts val="0"/>
              </a:spcBef>
              <a:spcAft>
                <a:spcPts val="0"/>
              </a:spcAft>
              <a:buClr>
                <a:schemeClr val="dk1"/>
              </a:buClr>
              <a:buSzPts val="2100"/>
              <a:buNone/>
              <a:defRPr sz="2800">
                <a:solidFill>
                  <a:schemeClr val="dk1"/>
                </a:solidFill>
              </a:defRPr>
            </a:lvl7pPr>
            <a:lvl8pPr lvl="7" algn="l">
              <a:lnSpc>
                <a:spcPct val="100000"/>
              </a:lnSpc>
              <a:spcBef>
                <a:spcPts val="0"/>
              </a:spcBef>
              <a:spcAft>
                <a:spcPts val="0"/>
              </a:spcAft>
              <a:buClr>
                <a:schemeClr val="dk1"/>
              </a:buClr>
              <a:buSzPts val="2100"/>
              <a:buNone/>
              <a:defRPr sz="2800">
                <a:solidFill>
                  <a:schemeClr val="dk1"/>
                </a:solidFill>
              </a:defRPr>
            </a:lvl8pPr>
            <a:lvl9pPr lvl="8" algn="l">
              <a:lnSpc>
                <a:spcPct val="100000"/>
              </a:lnSpc>
              <a:spcBef>
                <a:spcPts val="0"/>
              </a:spcBef>
              <a:spcAft>
                <a:spcPts val="0"/>
              </a:spcAft>
              <a:buClr>
                <a:schemeClr val="dk1"/>
              </a:buClr>
              <a:buSzPts val="2100"/>
              <a:buNone/>
              <a:defRPr sz="2800">
                <a:solidFill>
                  <a:schemeClr val="dk1"/>
                </a:solidFill>
              </a:defRPr>
            </a:lvl9pPr>
          </a:lstStyle>
          <a:p/>
        </p:txBody>
      </p:sp>
      <p:sp>
        <p:nvSpPr>
          <p:cNvPr id="590" name="Google Shape;590;g3d088728187_0_1525"/>
          <p:cNvSpPr txBox="1"/>
          <p:nvPr/>
        </p:nvSpPr>
        <p:spPr>
          <a:xfrm>
            <a:off x="271225" y="4879275"/>
            <a:ext cx="2673600" cy="20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Roboto"/>
                <a:ea typeface="Roboto"/>
                <a:cs typeface="Roboto"/>
                <a:sym typeface="Roboto"/>
              </a:rPr>
              <a:t>SnapLogic Confidential 2024</a:t>
            </a:r>
            <a:endParaRPr b="0" i="0" sz="700" u="none" cap="none" strike="noStrike">
              <a:solidFill>
                <a:schemeClr val="lt1"/>
              </a:solidFill>
              <a:latin typeface="Roboto"/>
              <a:ea typeface="Roboto"/>
              <a:cs typeface="Roboto"/>
              <a:sym typeface="Roboto"/>
            </a:endParaRPr>
          </a:p>
        </p:txBody>
      </p:sp>
    </p:spTree>
  </p:cSld>
  <p:clrMapOvr>
    <a:masterClrMapping/>
  </p:clrMapOvr>
  <p:extLst>
    <p:ext uri="{DCECCB84-F9BA-43D5-87BE-67443E8EF086}">
      <p15:sldGuideLst>
        <p15:guide id="1" pos="216">
          <p15:clr>
            <a:srgbClr val="FA7B17"/>
          </p15:clr>
        </p15:guide>
        <p15:guide id="2" pos="3888">
          <p15:clr>
            <a:srgbClr val="FA7B17"/>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 Text" showMasterSp="0">
  <p:cSld name="1_Title + Text">
    <p:spTree>
      <p:nvGrpSpPr>
        <p:cNvPr id="591" name="Shape 591"/>
        <p:cNvGrpSpPr/>
        <p:nvPr/>
      </p:nvGrpSpPr>
      <p:grpSpPr>
        <a:xfrm>
          <a:off x="0" y="0"/>
          <a:ext cx="0" cy="0"/>
          <a:chOff x="0" y="0"/>
          <a:chExt cx="0" cy="0"/>
        </a:xfrm>
      </p:grpSpPr>
      <p:pic>
        <p:nvPicPr>
          <p:cNvPr descr="Google Shape;8;p1" id="592" name="Google Shape;592;g3d088728187_0_1532"/>
          <p:cNvPicPr preferRelativeResize="0"/>
          <p:nvPr/>
        </p:nvPicPr>
        <p:blipFill rotWithShape="1">
          <a:blip r:embed="rId2">
            <a:alphaModFix/>
          </a:blip>
          <a:srcRect b="0" l="0" r="0" t="0"/>
          <a:stretch/>
        </p:blipFill>
        <p:spPr>
          <a:xfrm>
            <a:off x="8625448" y="94276"/>
            <a:ext cx="476900" cy="476927"/>
          </a:xfrm>
          <a:prstGeom prst="rect">
            <a:avLst/>
          </a:prstGeom>
          <a:noFill/>
          <a:ln>
            <a:noFill/>
          </a:ln>
        </p:spPr>
      </p:pic>
      <p:sp>
        <p:nvSpPr>
          <p:cNvPr id="593" name="Google Shape;593;g3d088728187_0_1532"/>
          <p:cNvSpPr/>
          <p:nvPr/>
        </p:nvSpPr>
        <p:spPr>
          <a:xfrm>
            <a:off x="6457950" y="0"/>
            <a:ext cx="2686200" cy="51435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ctr">
              <a:lnSpc>
                <a:spcPct val="100000"/>
              </a:lnSpc>
              <a:spcBef>
                <a:spcPts val="0"/>
              </a:spcBef>
              <a:spcAft>
                <a:spcPts val="0"/>
              </a:spcAft>
              <a:buClr>
                <a:srgbClr val="FFFFFF"/>
              </a:buClr>
              <a:buSzPts val="800"/>
              <a:buFont typeface="Arial"/>
              <a:buNone/>
            </a:pPr>
            <a:r>
              <a:t/>
            </a:r>
            <a:endParaRPr b="0" i="0" sz="1100" u="none" cap="none" strike="noStrike">
              <a:solidFill>
                <a:srgbClr val="FFFFFF"/>
              </a:solidFill>
              <a:latin typeface="Arial"/>
              <a:ea typeface="Arial"/>
              <a:cs typeface="Arial"/>
              <a:sym typeface="Arial"/>
            </a:endParaRPr>
          </a:p>
        </p:txBody>
      </p:sp>
      <p:sp>
        <p:nvSpPr>
          <p:cNvPr id="594" name="Google Shape;594;g3d088728187_0_1532"/>
          <p:cNvSpPr txBox="1"/>
          <p:nvPr>
            <p:ph idx="1" type="body"/>
          </p:nvPr>
        </p:nvSpPr>
        <p:spPr>
          <a:xfrm>
            <a:off x="339330" y="1256169"/>
            <a:ext cx="8418000" cy="3401700"/>
          </a:xfrm>
          <a:prstGeom prst="rect">
            <a:avLst/>
          </a:prstGeom>
          <a:noFill/>
          <a:ln>
            <a:noFill/>
          </a:ln>
        </p:spPr>
        <p:txBody>
          <a:bodyPr anchorCtr="0" anchor="t" bIns="0" lIns="0" spcFirstLastPara="1" rIns="0" wrap="square" tIns="0">
            <a:normAutofit/>
          </a:bodyPr>
          <a:lstStyle>
            <a:lvl1pPr indent="-298450" lvl="0" marL="457200" algn="l">
              <a:lnSpc>
                <a:spcPct val="110000"/>
              </a:lnSpc>
              <a:spcBef>
                <a:spcPts val="0"/>
              </a:spcBef>
              <a:spcAft>
                <a:spcPts val="0"/>
              </a:spcAft>
              <a:buClr>
                <a:schemeClr val="accent3"/>
              </a:buClr>
              <a:buSzPts val="1100"/>
              <a:buFont typeface="Helvetica Neue"/>
              <a:buChar char="◦"/>
              <a:defRPr b="1" sz="1600">
                <a:solidFill>
                  <a:srgbClr val="FFFFFF"/>
                </a:solidFill>
                <a:latin typeface="Century Gothic"/>
                <a:ea typeface="Century Gothic"/>
                <a:cs typeface="Century Gothic"/>
                <a:sym typeface="Century Gothic"/>
              </a:defRPr>
            </a:lvl1pPr>
            <a:lvl2pPr indent="-273050" lvl="1" marL="914400" algn="l">
              <a:lnSpc>
                <a:spcPct val="110000"/>
              </a:lnSpc>
              <a:spcBef>
                <a:spcPts val="0"/>
              </a:spcBef>
              <a:spcAft>
                <a:spcPts val="0"/>
              </a:spcAft>
              <a:buClr>
                <a:schemeClr val="accent3"/>
              </a:buClr>
              <a:buSzPts val="700"/>
              <a:buFont typeface="Helvetica Neue"/>
              <a:buChar char="◦"/>
              <a:defRPr b="1" sz="1600">
                <a:solidFill>
                  <a:srgbClr val="FFFFFF"/>
                </a:solidFill>
                <a:latin typeface="Century Gothic"/>
                <a:ea typeface="Century Gothic"/>
                <a:cs typeface="Century Gothic"/>
                <a:sym typeface="Century Gothic"/>
              </a:defRPr>
            </a:lvl2pPr>
            <a:lvl3pPr indent="-273050" lvl="2" marL="1371600" algn="l">
              <a:lnSpc>
                <a:spcPct val="110000"/>
              </a:lnSpc>
              <a:spcBef>
                <a:spcPts val="0"/>
              </a:spcBef>
              <a:spcAft>
                <a:spcPts val="0"/>
              </a:spcAft>
              <a:buClr>
                <a:schemeClr val="accent3"/>
              </a:buClr>
              <a:buSzPts val="700"/>
              <a:buFont typeface="Helvetica Neue"/>
              <a:buChar char="-"/>
              <a:defRPr b="1" sz="1600">
                <a:solidFill>
                  <a:srgbClr val="FFFFFF"/>
                </a:solidFill>
                <a:latin typeface="Century Gothic"/>
                <a:ea typeface="Century Gothic"/>
                <a:cs typeface="Century Gothic"/>
                <a:sym typeface="Century Gothic"/>
              </a:defRPr>
            </a:lvl3pPr>
            <a:lvl4pPr indent="-304800" lvl="3" marL="1828800" algn="l">
              <a:lnSpc>
                <a:spcPct val="110000"/>
              </a:lnSpc>
              <a:spcBef>
                <a:spcPts val="0"/>
              </a:spcBef>
              <a:spcAft>
                <a:spcPts val="0"/>
              </a:spcAft>
              <a:buClr>
                <a:schemeClr val="accent3"/>
              </a:buClr>
              <a:buSzPts val="1200"/>
              <a:buFont typeface="Helvetica Neue"/>
              <a:buChar char="◦"/>
              <a:defRPr b="1" sz="1600">
                <a:solidFill>
                  <a:srgbClr val="FFFFFF"/>
                </a:solidFill>
                <a:latin typeface="Century Gothic"/>
                <a:ea typeface="Century Gothic"/>
                <a:cs typeface="Century Gothic"/>
                <a:sym typeface="Century Gothic"/>
              </a:defRPr>
            </a:lvl4pPr>
            <a:lvl5pPr indent="-304800" lvl="4" marL="2286000" algn="l">
              <a:lnSpc>
                <a:spcPct val="110000"/>
              </a:lnSpc>
              <a:spcBef>
                <a:spcPts val="0"/>
              </a:spcBef>
              <a:spcAft>
                <a:spcPts val="0"/>
              </a:spcAft>
              <a:buClr>
                <a:schemeClr val="accent3"/>
              </a:buClr>
              <a:buSzPts val="1200"/>
              <a:buFont typeface="Helvetica Neue"/>
              <a:buChar char="◦"/>
              <a:defRPr b="1" sz="1600">
                <a:solidFill>
                  <a:srgbClr val="FFFFFF"/>
                </a:solidFill>
                <a:latin typeface="Century Gothic"/>
                <a:ea typeface="Century Gothic"/>
                <a:cs typeface="Century Gothic"/>
                <a:sym typeface="Century Gothic"/>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95" name="Google Shape;595;g3d088728187_0_1532"/>
          <p:cNvSpPr txBox="1"/>
          <p:nvPr>
            <p:ph idx="2" type="body"/>
          </p:nvPr>
        </p:nvSpPr>
        <p:spPr>
          <a:xfrm>
            <a:off x="423550" y="667321"/>
            <a:ext cx="8387100" cy="346500"/>
          </a:xfrm>
          <a:prstGeom prst="rect">
            <a:avLst/>
          </a:prstGeom>
          <a:noFill/>
          <a:ln>
            <a:noFill/>
          </a:ln>
        </p:spPr>
        <p:txBody>
          <a:bodyPr anchorCtr="0" anchor="t" bIns="0" lIns="0" spcFirstLastPara="1" rIns="0" wrap="square" tIns="0">
            <a:normAutofit/>
          </a:bodyPr>
          <a:lstStyle>
            <a:lvl1pPr indent="-228600" lvl="0" marL="457200" algn="l">
              <a:lnSpc>
                <a:spcPct val="115000"/>
              </a:lnSpc>
              <a:spcBef>
                <a:spcPts val="0"/>
              </a:spcBef>
              <a:spcAft>
                <a:spcPts val="0"/>
              </a:spcAft>
              <a:buClr>
                <a:srgbClr val="DC4405"/>
              </a:buClr>
              <a:buSzPts val="1200"/>
              <a:buFont typeface="Century Gothic"/>
              <a:buNone/>
              <a:defRPr sz="1600">
                <a:solidFill>
                  <a:srgbClr val="DC4405"/>
                </a:solidFill>
                <a:latin typeface="Century Gothic"/>
                <a:ea typeface="Century Gothic"/>
                <a:cs typeface="Century Gothic"/>
                <a:sym typeface="Century Gothic"/>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96" name="Google Shape;596;g3d088728187_0_1532"/>
          <p:cNvSpPr txBox="1"/>
          <p:nvPr>
            <p:ph type="title"/>
          </p:nvPr>
        </p:nvSpPr>
        <p:spPr>
          <a:xfrm>
            <a:off x="341111" y="263246"/>
            <a:ext cx="8469600" cy="390900"/>
          </a:xfrm>
          <a:prstGeom prst="rect">
            <a:avLst/>
          </a:prstGeom>
          <a:noFill/>
          <a:ln>
            <a:noFill/>
          </a:ln>
        </p:spPr>
        <p:txBody>
          <a:bodyPr anchorCtr="0" anchor="t" bIns="51425" lIns="51425" spcFirstLastPara="1" rIns="51425" wrap="square" tIns="51425">
            <a:normAutofit/>
          </a:bodyPr>
          <a:lstStyle>
            <a:lvl1pPr lvl="0" algn="l">
              <a:lnSpc>
                <a:spcPct val="100000"/>
              </a:lnSpc>
              <a:spcBef>
                <a:spcPts val="0"/>
              </a:spcBef>
              <a:spcAft>
                <a:spcPts val="0"/>
              </a:spcAft>
              <a:buClr>
                <a:srgbClr val="003399"/>
              </a:buClr>
              <a:buSzPts val="1400"/>
              <a:buFont typeface="Poppins"/>
              <a:buNone/>
              <a:defRPr sz="1800">
                <a:solidFill>
                  <a:srgbClr val="003399"/>
                </a:solidFill>
                <a:latin typeface="Poppins"/>
                <a:ea typeface="Poppins"/>
                <a:cs typeface="Poppins"/>
                <a:sym typeface="Poppins"/>
              </a:defRPr>
            </a:lvl1pPr>
            <a:lvl2pPr lvl="1" algn="l">
              <a:lnSpc>
                <a:spcPct val="100000"/>
              </a:lnSpc>
              <a:spcBef>
                <a:spcPts val="0"/>
              </a:spcBef>
              <a:spcAft>
                <a:spcPts val="0"/>
              </a:spcAft>
              <a:buClr>
                <a:srgbClr val="FFFFFF"/>
              </a:buClr>
              <a:buSzPts val="1100"/>
              <a:buNone/>
              <a:defRPr/>
            </a:lvl2pPr>
            <a:lvl3pPr lvl="2" algn="l">
              <a:lnSpc>
                <a:spcPct val="100000"/>
              </a:lnSpc>
              <a:spcBef>
                <a:spcPts val="0"/>
              </a:spcBef>
              <a:spcAft>
                <a:spcPts val="0"/>
              </a:spcAft>
              <a:buClr>
                <a:srgbClr val="FFFFFF"/>
              </a:buClr>
              <a:buSzPts val="1100"/>
              <a:buNone/>
              <a:defRPr/>
            </a:lvl3pPr>
            <a:lvl4pPr lvl="3" algn="l">
              <a:lnSpc>
                <a:spcPct val="100000"/>
              </a:lnSpc>
              <a:spcBef>
                <a:spcPts val="0"/>
              </a:spcBef>
              <a:spcAft>
                <a:spcPts val="0"/>
              </a:spcAft>
              <a:buClr>
                <a:srgbClr val="FFFFFF"/>
              </a:buClr>
              <a:buSzPts val="1100"/>
              <a:buNone/>
              <a:defRPr/>
            </a:lvl4pPr>
            <a:lvl5pPr lvl="4" algn="l">
              <a:lnSpc>
                <a:spcPct val="100000"/>
              </a:lnSpc>
              <a:spcBef>
                <a:spcPts val="0"/>
              </a:spcBef>
              <a:spcAft>
                <a:spcPts val="0"/>
              </a:spcAft>
              <a:buClr>
                <a:srgbClr val="FFFFFF"/>
              </a:buClr>
              <a:buSzPts val="1100"/>
              <a:buNone/>
              <a:defRPr/>
            </a:lvl5pPr>
            <a:lvl6pPr lvl="5" algn="l">
              <a:lnSpc>
                <a:spcPct val="100000"/>
              </a:lnSpc>
              <a:spcBef>
                <a:spcPts val="0"/>
              </a:spcBef>
              <a:spcAft>
                <a:spcPts val="0"/>
              </a:spcAft>
              <a:buClr>
                <a:srgbClr val="FFFFFF"/>
              </a:buClr>
              <a:buSzPts val="1100"/>
              <a:buNone/>
              <a:defRPr/>
            </a:lvl6pPr>
            <a:lvl7pPr lvl="6" algn="l">
              <a:lnSpc>
                <a:spcPct val="100000"/>
              </a:lnSpc>
              <a:spcBef>
                <a:spcPts val="0"/>
              </a:spcBef>
              <a:spcAft>
                <a:spcPts val="0"/>
              </a:spcAft>
              <a:buClr>
                <a:srgbClr val="FFFFFF"/>
              </a:buClr>
              <a:buSzPts val="1100"/>
              <a:buNone/>
              <a:defRPr/>
            </a:lvl7pPr>
            <a:lvl8pPr lvl="7" algn="l">
              <a:lnSpc>
                <a:spcPct val="100000"/>
              </a:lnSpc>
              <a:spcBef>
                <a:spcPts val="0"/>
              </a:spcBef>
              <a:spcAft>
                <a:spcPts val="0"/>
              </a:spcAft>
              <a:buClr>
                <a:srgbClr val="FFFFFF"/>
              </a:buClr>
              <a:buSzPts val="1100"/>
              <a:buNone/>
              <a:defRPr/>
            </a:lvl8pPr>
            <a:lvl9pPr lvl="8" algn="l">
              <a:lnSpc>
                <a:spcPct val="100000"/>
              </a:lnSpc>
              <a:spcBef>
                <a:spcPts val="0"/>
              </a:spcBef>
              <a:spcAft>
                <a:spcPts val="0"/>
              </a:spcAft>
              <a:buClr>
                <a:srgbClr val="FFFFFF"/>
              </a:buClr>
              <a:buSzPts val="1100"/>
              <a:buNone/>
              <a:defRPr/>
            </a:lvl9pPr>
          </a:lstStyle>
          <a:p/>
        </p:txBody>
      </p:sp>
      <p:sp>
        <p:nvSpPr>
          <p:cNvPr id="597" name="Google Shape;597;g3d088728187_0_1532"/>
          <p:cNvSpPr txBox="1"/>
          <p:nvPr>
            <p:ph idx="12" type="sldNum"/>
          </p:nvPr>
        </p:nvSpPr>
        <p:spPr>
          <a:xfrm>
            <a:off x="8659087" y="4830711"/>
            <a:ext cx="204900" cy="221100"/>
          </a:xfrm>
          <a:prstGeom prst="rect">
            <a:avLst/>
          </a:prstGeom>
          <a:noFill/>
          <a:ln>
            <a:noFill/>
          </a:ln>
        </p:spPr>
        <p:txBody>
          <a:bodyPr anchorCtr="0" anchor="ctr" bIns="25700" lIns="25700" spcFirstLastPara="1" rIns="25700" wrap="square" tIns="25700">
            <a:spAutoFit/>
          </a:bodyPr>
          <a:lstStyle>
            <a:lvl1pPr indent="0" lvl="0"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FFFFFF"/>
              </a:buClr>
              <a:buSzPts val="700"/>
              <a:buFont typeface="Century Gothic"/>
              <a:buNone/>
              <a:defRPr b="0" i="0" sz="1100" u="none" cap="none" strike="noStrike">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II">
  <p:cSld name="2_Title and Content II">
    <p:spTree>
      <p:nvGrpSpPr>
        <p:cNvPr id="598" name="Shape 598"/>
        <p:cNvGrpSpPr/>
        <p:nvPr/>
      </p:nvGrpSpPr>
      <p:grpSpPr>
        <a:xfrm>
          <a:off x="0" y="0"/>
          <a:ext cx="0" cy="0"/>
          <a:chOff x="0" y="0"/>
          <a:chExt cx="0" cy="0"/>
        </a:xfrm>
      </p:grpSpPr>
      <p:sp>
        <p:nvSpPr>
          <p:cNvPr id="599" name="Google Shape;599;g3d088728187_0_1539"/>
          <p:cNvSpPr txBox="1"/>
          <p:nvPr>
            <p:ph type="title"/>
          </p:nvPr>
        </p:nvSpPr>
        <p:spPr>
          <a:xfrm>
            <a:off x="354331" y="265452"/>
            <a:ext cx="8403000" cy="388800"/>
          </a:xfrm>
          <a:prstGeom prst="rect">
            <a:avLst/>
          </a:prstGeom>
          <a:noFill/>
          <a:ln>
            <a:noFill/>
          </a:ln>
        </p:spPr>
        <p:txBody>
          <a:bodyPr anchorCtr="0" anchor="t" bIns="25700" lIns="51425" spcFirstLastPara="1" rIns="51425" wrap="square" tIns="25700">
            <a:normAutofit/>
          </a:bodyPr>
          <a:lstStyle>
            <a:lvl1pPr lvl="0" algn="l">
              <a:lnSpc>
                <a:spcPct val="110000"/>
              </a:lnSpc>
              <a:spcBef>
                <a:spcPts val="0"/>
              </a:spcBef>
              <a:spcAft>
                <a:spcPts val="0"/>
              </a:spcAft>
              <a:buClr>
                <a:srgbClr val="4A6671"/>
              </a:buClr>
              <a:buSzPts val="1700"/>
              <a:buFont typeface="Century Gothic"/>
              <a:buNone/>
              <a:defRPr b="1" i="0" sz="2300">
                <a:solidFill>
                  <a:srgbClr val="4A6671"/>
                </a:solidFill>
                <a:latin typeface="Century Gothic"/>
                <a:ea typeface="Century Gothic"/>
                <a:cs typeface="Century Gothic"/>
                <a:sym typeface="Century Gothic"/>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600" name="Google Shape;600;g3d088728187_0_1539"/>
          <p:cNvSpPr txBox="1"/>
          <p:nvPr>
            <p:ph idx="1" type="body"/>
          </p:nvPr>
        </p:nvSpPr>
        <p:spPr>
          <a:xfrm>
            <a:off x="364269" y="1073389"/>
            <a:ext cx="8393100" cy="346500"/>
          </a:xfrm>
          <a:prstGeom prst="rect">
            <a:avLst/>
          </a:prstGeom>
          <a:noFill/>
          <a:ln>
            <a:noFill/>
          </a:ln>
        </p:spPr>
        <p:txBody>
          <a:bodyPr anchorCtr="0" anchor="t" bIns="25700" lIns="51425" spcFirstLastPara="1" rIns="51425" wrap="square" tIns="25700">
            <a:noAutofit/>
          </a:bodyPr>
          <a:lstStyle>
            <a:lvl1pPr indent="-228600" lvl="0" marL="457200" algn="l">
              <a:lnSpc>
                <a:spcPct val="90000"/>
              </a:lnSpc>
              <a:spcBef>
                <a:spcPts val="800"/>
              </a:spcBef>
              <a:spcAft>
                <a:spcPts val="0"/>
              </a:spcAft>
              <a:buSzPts val="1100"/>
              <a:buFont typeface="Century Gothic"/>
              <a:buNone/>
              <a:defRPr b="0" i="0" sz="1700">
                <a:solidFill>
                  <a:srgbClr val="89A1AA"/>
                </a:solidFill>
                <a:latin typeface="Century Gothic"/>
                <a:ea typeface="Century Gothic"/>
                <a:cs typeface="Century Gothic"/>
                <a:sym typeface="Century Gothic"/>
              </a:defRPr>
            </a:lvl1pPr>
            <a:lvl2pPr indent="-228600" lvl="1" marL="914400" algn="l">
              <a:lnSpc>
                <a:spcPct val="90000"/>
              </a:lnSpc>
              <a:spcBef>
                <a:spcPts val="400"/>
              </a:spcBef>
              <a:spcAft>
                <a:spcPts val="0"/>
              </a:spcAft>
              <a:buClr>
                <a:schemeClr val="dk1"/>
              </a:buClr>
              <a:buSzPts val="1000"/>
              <a:buFont typeface="Century Gothic"/>
              <a:buNone/>
              <a:defRPr/>
            </a:lvl2pPr>
            <a:lvl3pPr indent="-228600" lvl="2" marL="1371600" algn="l">
              <a:lnSpc>
                <a:spcPct val="90000"/>
              </a:lnSpc>
              <a:spcBef>
                <a:spcPts val="400"/>
              </a:spcBef>
              <a:spcAft>
                <a:spcPts val="0"/>
              </a:spcAft>
              <a:buClr>
                <a:schemeClr val="dk1"/>
              </a:buClr>
              <a:buSzPts val="1000"/>
              <a:buFont typeface="Century Gothic"/>
              <a:buNone/>
              <a:defRPr/>
            </a:lvl3pPr>
            <a:lvl4pPr indent="-228600" lvl="3" marL="1828800" algn="l">
              <a:lnSpc>
                <a:spcPct val="90000"/>
              </a:lnSpc>
              <a:spcBef>
                <a:spcPts val="400"/>
              </a:spcBef>
              <a:spcAft>
                <a:spcPts val="0"/>
              </a:spcAft>
              <a:buClr>
                <a:schemeClr val="dk1"/>
              </a:buClr>
              <a:buSzPts val="1000"/>
              <a:buFont typeface="Century Gothic"/>
              <a:buNone/>
              <a:defRPr/>
            </a:lvl4pPr>
            <a:lvl5pPr indent="-228600" lvl="4" marL="2286000" algn="l">
              <a:lnSpc>
                <a:spcPct val="90000"/>
              </a:lnSpc>
              <a:spcBef>
                <a:spcPts val="400"/>
              </a:spcBef>
              <a:spcAft>
                <a:spcPts val="0"/>
              </a:spcAft>
              <a:buClr>
                <a:schemeClr val="dk1"/>
              </a:buClr>
              <a:buSzPts val="1000"/>
              <a:buFont typeface="Century Gothic"/>
              <a:buNone/>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sp>
        <p:nvSpPr>
          <p:cNvPr id="601" name="Google Shape;601;g3d088728187_0_1539"/>
          <p:cNvSpPr txBox="1"/>
          <p:nvPr>
            <p:ph idx="2" type="body"/>
          </p:nvPr>
        </p:nvSpPr>
        <p:spPr>
          <a:xfrm>
            <a:off x="745004" y="1619103"/>
            <a:ext cx="8012400" cy="2481000"/>
          </a:xfrm>
          <a:prstGeom prst="rect">
            <a:avLst/>
          </a:prstGeom>
          <a:noFill/>
          <a:ln>
            <a:noFill/>
          </a:ln>
        </p:spPr>
        <p:txBody>
          <a:bodyPr anchorCtr="0" anchor="t" bIns="25700" lIns="51425" spcFirstLastPara="1" rIns="51425" wrap="square" tIns="25700">
            <a:noAutofit/>
          </a:bodyPr>
          <a:lstStyle>
            <a:lvl1pPr indent="-298450" lvl="0" marL="457200" algn="l">
              <a:lnSpc>
                <a:spcPct val="110000"/>
              </a:lnSpc>
              <a:spcBef>
                <a:spcPts val="800"/>
              </a:spcBef>
              <a:spcAft>
                <a:spcPts val="0"/>
              </a:spcAft>
              <a:buSzPts val="1100"/>
              <a:buFont typeface="Arial"/>
              <a:buChar char="◦"/>
              <a:defRPr b="0" i="0" sz="1600">
                <a:solidFill>
                  <a:srgbClr val="4A6671"/>
                </a:solidFill>
                <a:latin typeface="Century Gothic"/>
                <a:ea typeface="Century Gothic"/>
                <a:cs typeface="Century Gothic"/>
                <a:sym typeface="Century Gothic"/>
              </a:defRPr>
            </a:lvl1pPr>
            <a:lvl2pPr indent="-266700" lvl="1" marL="914400" algn="l">
              <a:lnSpc>
                <a:spcPct val="110000"/>
              </a:lnSpc>
              <a:spcBef>
                <a:spcPts val="400"/>
              </a:spcBef>
              <a:spcAft>
                <a:spcPts val="0"/>
              </a:spcAft>
              <a:buClr>
                <a:schemeClr val="dk1"/>
              </a:buClr>
              <a:buSzPts val="600"/>
              <a:buFont typeface="Merriweather Sans"/>
              <a:buChar char="◦"/>
              <a:defRPr b="0" i="0" sz="1300">
                <a:latin typeface="Century Gothic"/>
                <a:ea typeface="Century Gothic"/>
                <a:cs typeface="Century Gothic"/>
                <a:sym typeface="Century Gothic"/>
              </a:defRPr>
            </a:lvl2pPr>
            <a:lvl3pPr indent="-266700" lvl="2" marL="1371600" algn="l">
              <a:lnSpc>
                <a:spcPct val="110000"/>
              </a:lnSpc>
              <a:spcBef>
                <a:spcPts val="400"/>
              </a:spcBef>
              <a:spcAft>
                <a:spcPts val="0"/>
              </a:spcAft>
              <a:buClr>
                <a:schemeClr val="dk1"/>
              </a:buClr>
              <a:buSzPts val="600"/>
              <a:buFont typeface="Arial"/>
              <a:buChar char="-"/>
              <a:defRPr b="0" i="0" sz="1300">
                <a:latin typeface="Century Gothic"/>
                <a:ea typeface="Century Gothic"/>
                <a:cs typeface="Century Gothic"/>
                <a:sym typeface="Century Gothic"/>
              </a:defRPr>
            </a:lvl3pPr>
            <a:lvl4pPr indent="-292100" lvl="3" marL="1828800" algn="l">
              <a:lnSpc>
                <a:spcPct val="90000"/>
              </a:lnSpc>
              <a:spcBef>
                <a:spcPts val="400"/>
              </a:spcBef>
              <a:spcAft>
                <a:spcPts val="0"/>
              </a:spcAft>
              <a:buClr>
                <a:schemeClr val="dk1"/>
              </a:buClr>
              <a:buSzPts val="1000"/>
              <a:buFont typeface="Merriweather Sans"/>
              <a:buChar char="◦"/>
              <a:defRPr b="0" i="0">
                <a:latin typeface="Gill Sans"/>
                <a:ea typeface="Gill Sans"/>
                <a:cs typeface="Gill Sans"/>
                <a:sym typeface="Gill Sans"/>
              </a:defRPr>
            </a:lvl4pPr>
            <a:lvl5pPr indent="-292100" lvl="4" marL="2286000" algn="l">
              <a:lnSpc>
                <a:spcPct val="90000"/>
              </a:lnSpc>
              <a:spcBef>
                <a:spcPts val="400"/>
              </a:spcBef>
              <a:spcAft>
                <a:spcPts val="0"/>
              </a:spcAft>
              <a:buClr>
                <a:schemeClr val="dk1"/>
              </a:buClr>
              <a:buSzPts val="1000"/>
              <a:buFont typeface="Merriweather Sans"/>
              <a:buChar char="◦"/>
              <a:defRPr b="0" i="0">
                <a:latin typeface="Gill Sans"/>
                <a:ea typeface="Gill Sans"/>
                <a:cs typeface="Gill Sans"/>
                <a:sym typeface="Gill Sans"/>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sp>
        <p:nvSpPr>
          <p:cNvPr id="602" name="Google Shape;602;g3d088728187_0_1539"/>
          <p:cNvSpPr txBox="1"/>
          <p:nvPr>
            <p:ph idx="12" type="sldNum"/>
          </p:nvPr>
        </p:nvSpPr>
        <p:spPr>
          <a:xfrm>
            <a:off x="8022056" y="4887995"/>
            <a:ext cx="736800" cy="249000"/>
          </a:xfrm>
          <a:prstGeom prst="rect">
            <a:avLst/>
          </a:prstGeom>
          <a:noFill/>
          <a:ln>
            <a:noFill/>
          </a:ln>
        </p:spPr>
        <p:txBody>
          <a:bodyPr anchorCtr="0" anchor="ctr" bIns="25700" lIns="51425" spcFirstLastPara="1" rIns="51425" wrap="square" tIns="25700">
            <a:noAutofit/>
          </a:bodyPr>
          <a:lstStyle>
            <a:lvl1pPr indent="0" lvl="0"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700"/>
              <a:buFont typeface="Arial"/>
              <a:buNone/>
              <a:defRPr b="0" i="0" sz="9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
        <p:nvSpPr>
          <p:cNvPr id="603" name="Google Shape;603;g3d088728187_0_1539"/>
          <p:cNvSpPr txBox="1"/>
          <p:nvPr>
            <p:ph idx="11" type="ftr"/>
          </p:nvPr>
        </p:nvSpPr>
        <p:spPr>
          <a:xfrm>
            <a:off x="3028950" y="4870133"/>
            <a:ext cx="3086100" cy="273900"/>
          </a:xfrm>
          <a:prstGeom prst="rect">
            <a:avLst/>
          </a:prstGeom>
          <a:noFill/>
          <a:ln>
            <a:noFill/>
          </a:ln>
        </p:spPr>
        <p:txBody>
          <a:bodyPr anchorCtr="0" anchor="ctr" bIns="25700" lIns="51425" spcFirstLastPara="1" rIns="51425" wrap="square" tIns="25700">
            <a:noAutofit/>
          </a:bodyPr>
          <a:lstStyle>
            <a:lvl1pPr lvl="0" marR="0" rtl="0" algn="ctr">
              <a:lnSpc>
                <a:spcPct val="100000"/>
              </a:lnSpc>
              <a:spcBef>
                <a:spcPts val="0"/>
              </a:spcBef>
              <a:spcAft>
                <a:spcPts val="0"/>
              </a:spcAft>
              <a:buClr>
                <a:schemeClr val="lt1"/>
              </a:buClr>
              <a:buSzPts val="800"/>
              <a:buFont typeface="Century Gothic"/>
              <a:buNone/>
              <a:defRPr b="0" i="0" sz="8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dk1"/>
              </a:buClr>
              <a:buSzPts val="800"/>
              <a:buFont typeface="Century Gothic"/>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800"/>
              <a:buFont typeface="Century Gothic"/>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800"/>
              <a:buFont typeface="Century Gothic"/>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800"/>
              <a:buFont typeface="Century Gothic"/>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800"/>
              <a:buFont typeface="Century Gothic"/>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800"/>
              <a:buFont typeface="Century Gothic"/>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800"/>
              <a:buFont typeface="Century Gothic"/>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800"/>
              <a:buFont typeface="Century Gothic"/>
              <a:buNone/>
              <a:defRPr b="0" i="0" sz="1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rimary">
  <p:cSld name="TITLE_2">
    <p:spTree>
      <p:nvGrpSpPr>
        <p:cNvPr id="604" name="Shape 604"/>
        <p:cNvGrpSpPr/>
        <p:nvPr/>
      </p:nvGrpSpPr>
      <p:grpSpPr>
        <a:xfrm>
          <a:off x="0" y="0"/>
          <a:ext cx="0" cy="0"/>
          <a:chOff x="0" y="0"/>
          <a:chExt cx="0" cy="0"/>
        </a:xfrm>
      </p:grpSpPr>
      <p:sp>
        <p:nvSpPr>
          <p:cNvPr id="605" name="Google Shape;605;g3d088728187_0_1545"/>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06" name="Google Shape;606;g3d088728187_0_1545"/>
          <p:cNvSpPr txBox="1"/>
          <p:nvPr>
            <p:ph type="ctrTitle"/>
          </p:nvPr>
        </p:nvSpPr>
        <p:spPr>
          <a:xfrm>
            <a:off x="365750" y="1043775"/>
            <a:ext cx="6489600" cy="136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400"/>
              <a:buFont typeface="Poppins Medium"/>
              <a:buNone/>
              <a:defRPr sz="3400">
                <a:solidFill>
                  <a:schemeClr val="lt1"/>
                </a:solidFill>
                <a:latin typeface="Poppins Medium"/>
                <a:ea typeface="Poppins Medium"/>
                <a:cs typeface="Poppins Medium"/>
                <a:sym typeface="Poppins Medium"/>
              </a:defRPr>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607" name="Google Shape;607;g3d088728187_0_1545"/>
          <p:cNvSpPr txBox="1"/>
          <p:nvPr>
            <p:ph idx="1" type="subTitle"/>
          </p:nvPr>
        </p:nvSpPr>
        <p:spPr>
          <a:xfrm>
            <a:off x="365750" y="2409050"/>
            <a:ext cx="6489600" cy="803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accent3"/>
              </a:buClr>
              <a:buSzPts val="2000"/>
              <a:buNone/>
              <a:defRPr sz="20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608" name="Google Shape;608;g3d088728187_0_1545"/>
          <p:cNvPicPr preferRelativeResize="0"/>
          <p:nvPr/>
        </p:nvPicPr>
        <p:blipFill rotWithShape="1">
          <a:blip r:embed="rId2">
            <a:alphaModFix/>
          </a:blip>
          <a:srcRect b="0" l="0" r="0" t="0"/>
          <a:stretch/>
        </p:blipFill>
        <p:spPr>
          <a:xfrm>
            <a:off x="401025" y="142876"/>
            <a:ext cx="2157327" cy="634126"/>
          </a:xfrm>
          <a:prstGeom prst="rect">
            <a:avLst/>
          </a:prstGeom>
          <a:noFill/>
          <a:ln>
            <a:noFill/>
          </a:ln>
        </p:spPr>
      </p:pic>
      <p:sp>
        <p:nvSpPr>
          <p:cNvPr id="609" name="Google Shape;609;g3d088728187_0_1545"/>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400"/>
              <a:buNone/>
              <a:defRPr sz="14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610" name="Google Shape;610;g3d088728187_0_1545"/>
          <p:cNvPicPr preferRelativeResize="0"/>
          <p:nvPr/>
        </p:nvPicPr>
        <p:blipFill rotWithShape="1">
          <a:blip r:embed="rId3">
            <a:alphaModFix amt="16000"/>
          </a:blip>
          <a:srcRect b="13028" l="0" r="19556" t="0"/>
          <a:stretch/>
        </p:blipFill>
        <p:spPr>
          <a:xfrm>
            <a:off x="7444050" y="2739925"/>
            <a:ext cx="1705799" cy="2413476"/>
          </a:xfrm>
          <a:prstGeom prst="rect">
            <a:avLst/>
          </a:prstGeom>
          <a:noFill/>
          <a:ln>
            <a:noFill/>
          </a:ln>
        </p:spPr>
      </p:pic>
      <p:pic>
        <p:nvPicPr>
          <p:cNvPr id="611" name="Google Shape;611;g3d088728187_0_1545"/>
          <p:cNvPicPr preferRelativeResize="0"/>
          <p:nvPr/>
        </p:nvPicPr>
        <p:blipFill rotWithShape="1">
          <a:blip r:embed="rId3">
            <a:alphaModFix amt="67000"/>
          </a:blip>
          <a:srcRect b="0" l="0" r="0" t="64358"/>
          <a:stretch/>
        </p:blipFill>
        <p:spPr>
          <a:xfrm>
            <a:off x="4490150" y="-9898"/>
            <a:ext cx="2120473" cy="989000"/>
          </a:xfrm>
          <a:prstGeom prst="rect">
            <a:avLst/>
          </a:prstGeom>
          <a:noFill/>
          <a:ln>
            <a:noFill/>
          </a:ln>
        </p:spPr>
      </p:pic>
    </p:spTree>
  </p:cSld>
  <p:clrMapOvr>
    <a:masterClrMapping/>
  </p:clrMapOvr>
  <p:extLst>
    <p:ext uri="{DCECCB84-F9BA-43D5-87BE-67443E8EF086}">
      <p15:sldGuideLst>
        <p15:guide id="1" orient="horz" pos="1028">
          <p15:clr>
            <a:srgbClr val="FA7B17"/>
          </p15:clr>
        </p15:guide>
        <p15:guide id="2" orient="horz" pos="3041">
          <p15:clr>
            <a:srgbClr val="FA7B17"/>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tone">
  <p:cSld name="SECTION_HEADER_3">
    <p:spTree>
      <p:nvGrpSpPr>
        <p:cNvPr id="612" name="Shape 612"/>
        <p:cNvGrpSpPr/>
        <p:nvPr/>
      </p:nvGrpSpPr>
      <p:grpSpPr>
        <a:xfrm>
          <a:off x="0" y="0"/>
          <a:ext cx="0" cy="0"/>
          <a:chOff x="0" y="0"/>
          <a:chExt cx="0" cy="0"/>
        </a:xfrm>
      </p:grpSpPr>
      <p:sp>
        <p:nvSpPr>
          <p:cNvPr id="613" name="Google Shape;613;g3d088728187_0_1553"/>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14" name="Google Shape;614;g3d088728187_0_1553"/>
          <p:cNvSpPr/>
          <p:nvPr/>
        </p:nvSpPr>
        <p:spPr>
          <a:xfrm flipH="1" rot="-5400000">
            <a:off x="4450050" y="441600"/>
            <a:ext cx="5153400" cy="4250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15" name="Google Shape;615;g3d088728187_0_1553"/>
          <p:cNvSpPr/>
          <p:nvPr/>
        </p:nvSpPr>
        <p:spPr>
          <a:xfrm flipH="1" rot="-5400000">
            <a:off x="4435650" y="429300"/>
            <a:ext cx="2727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Century Gothic"/>
              <a:ea typeface="Century Gothic"/>
              <a:cs typeface="Century Gothic"/>
              <a:sym typeface="Century Gothic"/>
            </a:endParaRPr>
          </a:p>
        </p:txBody>
      </p:sp>
      <p:pic>
        <p:nvPicPr>
          <p:cNvPr id="616" name="Google Shape;616;g3d088728187_0_1553"/>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617" name="Google Shape;617;g3d088728187_0_1553"/>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618" name="Google Shape;618;g3d088728187_0_1553"/>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619" name="Google Shape;619;g3d088728187_0_1553"/>
          <p:cNvSpPr txBox="1"/>
          <p:nvPr>
            <p:ph type="title"/>
          </p:nvPr>
        </p:nvSpPr>
        <p:spPr>
          <a:xfrm>
            <a:off x="163600" y="91450"/>
            <a:ext cx="4535700" cy="6084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620" name="Google Shape;620;g3d088728187_0_1553"/>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Desktop">
  <p:cSld name="SECTION_HEADER_2">
    <p:spTree>
      <p:nvGrpSpPr>
        <p:cNvPr id="621" name="Shape 621"/>
        <p:cNvGrpSpPr/>
        <p:nvPr/>
      </p:nvGrpSpPr>
      <p:grpSpPr>
        <a:xfrm>
          <a:off x="0" y="0"/>
          <a:ext cx="0" cy="0"/>
          <a:chOff x="0" y="0"/>
          <a:chExt cx="0" cy="0"/>
        </a:xfrm>
      </p:grpSpPr>
      <p:sp>
        <p:nvSpPr>
          <p:cNvPr id="622" name="Google Shape;622;g3d088728187_0_1562"/>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23" name="Google Shape;623;g3d088728187_0_1562"/>
          <p:cNvSpPr/>
          <p:nvPr>
            <p:ph idx="2" type="pic"/>
          </p:nvPr>
        </p:nvSpPr>
        <p:spPr>
          <a:xfrm>
            <a:off x="4359225" y="890650"/>
            <a:ext cx="4542300" cy="2577900"/>
          </a:xfrm>
          <a:prstGeom prst="rect">
            <a:avLst/>
          </a:prstGeom>
          <a:noFill/>
          <a:ln>
            <a:noFill/>
          </a:ln>
        </p:spPr>
      </p:sp>
      <p:sp>
        <p:nvSpPr>
          <p:cNvPr id="624" name="Google Shape;624;g3d088728187_0_1562"/>
          <p:cNvSpPr/>
          <p:nvPr/>
        </p:nvSpPr>
        <p:spPr>
          <a:xfrm>
            <a:off x="5477555" y="1014548"/>
            <a:ext cx="3975000" cy="2253900"/>
          </a:xfrm>
          <a:prstGeom prst="rect">
            <a:avLst/>
          </a:prstGeom>
          <a:noFill/>
          <a:ln>
            <a:noFill/>
          </a:ln>
        </p:spPr>
        <p:txBody>
          <a:bodyPr anchorCtr="0" anchor="ctr" bIns="45700" lIns="0" spcFirstLastPara="1" rIns="0" wrap="square" tIns="45700">
            <a:noAutofit/>
          </a:bodyPr>
          <a:lstStyle/>
          <a:p>
            <a:pPr indent="0" lvl="0" marL="0" marR="0" rtl="0" algn="ctr">
              <a:lnSpc>
                <a:spcPct val="90000"/>
              </a:lnSpc>
              <a:spcBef>
                <a:spcPts val="1000"/>
              </a:spcBef>
              <a:spcAft>
                <a:spcPts val="0"/>
              </a:spcAft>
              <a:buClr>
                <a:srgbClr val="000000"/>
              </a:buClr>
              <a:buSzPts val="2100"/>
              <a:buFont typeface="Arial"/>
              <a:buNone/>
            </a:pPr>
            <a:r>
              <a:t/>
            </a:r>
            <a:endParaRPr b="1" i="0" sz="2100" u="none" cap="none" strike="noStrike">
              <a:solidFill>
                <a:srgbClr val="182852"/>
              </a:solidFill>
              <a:latin typeface="Century Gothic"/>
              <a:ea typeface="Century Gothic"/>
              <a:cs typeface="Century Gothic"/>
              <a:sym typeface="Century Gothic"/>
            </a:endParaRPr>
          </a:p>
        </p:txBody>
      </p:sp>
      <p:pic>
        <p:nvPicPr>
          <p:cNvPr id="625" name="Google Shape;625;g3d088728187_0_1562"/>
          <p:cNvPicPr preferRelativeResize="0"/>
          <p:nvPr/>
        </p:nvPicPr>
        <p:blipFill rotWithShape="1">
          <a:blip r:embed="rId2">
            <a:alphaModFix/>
          </a:blip>
          <a:srcRect b="0" l="0" r="0" t="0"/>
          <a:stretch/>
        </p:blipFill>
        <p:spPr>
          <a:xfrm>
            <a:off x="4037925" y="-120375"/>
            <a:ext cx="5171748" cy="4613691"/>
          </a:xfrm>
          <a:prstGeom prst="rect">
            <a:avLst/>
          </a:prstGeom>
          <a:noFill/>
          <a:ln>
            <a:noFill/>
          </a:ln>
        </p:spPr>
      </p:pic>
      <p:sp>
        <p:nvSpPr>
          <p:cNvPr id="626" name="Google Shape;626;g3d088728187_0_1562"/>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627" name="Google Shape;627;g3d088728187_0_1562"/>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2pPr>
            <a:lvl3pPr lvl="2"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3pPr>
            <a:lvl4pPr lvl="3"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4pPr>
            <a:lvl5pPr lvl="4"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5pPr>
            <a:lvl6pPr lvl="5"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6pPr>
            <a:lvl7pPr lvl="6"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7pPr>
            <a:lvl8pPr lvl="7"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8pPr>
            <a:lvl9pPr lvl="8" algn="l">
              <a:lnSpc>
                <a:spcPct val="115000"/>
              </a:lnSpc>
              <a:spcBef>
                <a:spcPts val="0"/>
              </a:spcBef>
              <a:spcAft>
                <a:spcPts val="0"/>
              </a:spcAft>
              <a:buSzPts val="700"/>
              <a:buFont typeface="Poppins Medium"/>
              <a:buNone/>
              <a:defRPr sz="700">
                <a:latin typeface="Poppins Medium"/>
                <a:ea typeface="Poppins Medium"/>
                <a:cs typeface="Poppins Medium"/>
                <a:sym typeface="Poppins Medium"/>
              </a:defRPr>
            </a:lvl9pPr>
          </a:lstStyle>
          <a:p/>
        </p:txBody>
      </p:sp>
      <p:sp>
        <p:nvSpPr>
          <p:cNvPr id="628" name="Google Shape;628;g3d088728187_0_1562"/>
          <p:cNvSpPr txBox="1"/>
          <p:nvPr>
            <p:ph idx="3"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629" name="Google Shape;629;g3d088728187_0_1562"/>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extLst>
    <p:ext uri="{DCECCB84-F9BA-43D5-87BE-67443E8EF086}">
      <p15:sldGuideLst>
        <p15:guide id="1" orient="horz" pos="598">
          <p15:clr>
            <a:srgbClr val="FA7B17"/>
          </p15:clr>
        </p15:guide>
      </p15:sldGuideLst>
    </p:ext>
  </p:extLst>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 Half Gradient">
  <p:cSld name="SECTION_HEADER_1">
    <p:spTree>
      <p:nvGrpSpPr>
        <p:cNvPr id="630" name="Shape 630"/>
        <p:cNvGrpSpPr/>
        <p:nvPr/>
      </p:nvGrpSpPr>
      <p:grpSpPr>
        <a:xfrm>
          <a:off x="0" y="0"/>
          <a:ext cx="0" cy="0"/>
          <a:chOff x="0" y="0"/>
          <a:chExt cx="0" cy="0"/>
        </a:xfrm>
      </p:grpSpPr>
      <p:sp>
        <p:nvSpPr>
          <p:cNvPr id="631" name="Google Shape;631;g3d088728187_0_1571"/>
          <p:cNvSpPr/>
          <p:nvPr/>
        </p:nvSpPr>
        <p:spPr>
          <a:xfrm flipH="1" rot="-5400000">
            <a:off x="4435650" y="429300"/>
            <a:ext cx="272700" cy="9155700"/>
          </a:xfrm>
          <a:prstGeom prst="rect">
            <a:avLst/>
          </a:prstGeom>
          <a:gradFill>
            <a:gsLst>
              <a:gs pos="0">
                <a:srgbClr val="EFEFEF"/>
              </a:gs>
              <a:gs pos="100000">
                <a:schemeClr val="lt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32" name="Google Shape;632;g3d088728187_0_1571"/>
          <p:cNvSpPr/>
          <p:nvPr/>
        </p:nvSpPr>
        <p:spPr>
          <a:xfrm flipH="1" rot="-5400000">
            <a:off x="3226625" y="-3250050"/>
            <a:ext cx="2684700" cy="91692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633" name="Google Shape;633;g3d088728187_0_1571"/>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634" name="Google Shape;634;g3d088728187_0_1571"/>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635" name="Google Shape;635;g3d088728187_0_1571"/>
          <p:cNvSpPr txBox="1"/>
          <p:nvPr>
            <p:ph idx="1"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636" name="Google Shape;636;g3d088728187_0_1571"/>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637" name="Google Shape;637;g3d088728187_0_1571"/>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a:solidFill>
                  <a:schemeClr val="lt1"/>
                </a:solidFill>
              </a:defRPr>
            </a:lvl1pPr>
            <a:lvl2pPr lvl="1"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 type="tx">
  <p:cSld name="TITLE_AND_BODY">
    <p:spTree>
      <p:nvGrpSpPr>
        <p:cNvPr id="638" name="Shape 638"/>
        <p:cNvGrpSpPr/>
        <p:nvPr/>
      </p:nvGrpSpPr>
      <p:grpSpPr>
        <a:xfrm>
          <a:off x="0" y="0"/>
          <a:ext cx="0" cy="0"/>
          <a:chOff x="0" y="0"/>
          <a:chExt cx="0" cy="0"/>
        </a:xfrm>
      </p:grpSpPr>
      <p:sp>
        <p:nvSpPr>
          <p:cNvPr id="639" name="Google Shape;639;g3d088728187_0_1579"/>
          <p:cNvSpPr txBox="1"/>
          <p:nvPr>
            <p:ph idx="1" type="body"/>
          </p:nvPr>
        </p:nvSpPr>
        <p:spPr>
          <a:xfrm>
            <a:off x="159300" y="1152475"/>
            <a:ext cx="8778300" cy="3657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dk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latin typeface="Roboto"/>
                <a:ea typeface="Roboto"/>
                <a:cs typeface="Roboto"/>
                <a:sym typeface="Roboto"/>
              </a:defRPr>
            </a:lvl9pPr>
          </a:lstStyle>
          <a:p/>
        </p:txBody>
      </p:sp>
      <p:sp>
        <p:nvSpPr>
          <p:cNvPr id="640" name="Google Shape;640;g3d088728187_0_1579"/>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accen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641" name="Google Shape;641;g3d088728187_0_1579"/>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642" name="Google Shape;642;g3d088728187_0_1579"/>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accent1"/>
              </a:buClr>
              <a:buSzPts val="700"/>
              <a:buFont typeface="Poppins"/>
              <a:buNone/>
              <a:defRPr sz="700">
                <a:solidFill>
                  <a:schemeClr val="accent1"/>
                </a:solidFill>
                <a:latin typeface="Poppins"/>
                <a:ea typeface="Poppins"/>
                <a:cs typeface="Poppins"/>
                <a:sym typeface="Poppins"/>
              </a:defRPr>
            </a:lvl1pPr>
            <a:lvl2pPr lvl="1"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2pPr>
            <a:lvl3pPr lvl="2"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3pPr>
            <a:lvl4pPr lvl="3"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4pPr>
            <a:lvl5pPr lvl="4"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5pPr>
            <a:lvl6pPr lvl="5"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6pPr>
            <a:lvl7pPr lvl="6"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7pPr>
            <a:lvl8pPr lvl="7"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8pPr>
            <a:lvl9pPr lvl="8" algn="l">
              <a:lnSpc>
                <a:spcPct val="115000"/>
              </a:lnSpc>
              <a:spcBef>
                <a:spcPts val="0"/>
              </a:spcBef>
              <a:spcAft>
                <a:spcPts val="0"/>
              </a:spcAft>
              <a:buClr>
                <a:schemeClr val="accent1"/>
              </a:buClr>
              <a:buSzPts val="700"/>
              <a:buFont typeface="Poppins Medium"/>
              <a:buNone/>
              <a:defRPr sz="700">
                <a:solidFill>
                  <a:schemeClr val="accent1"/>
                </a:solidFill>
                <a:latin typeface="Poppins Medium"/>
                <a:ea typeface="Poppins Medium"/>
                <a:cs typeface="Poppins Medium"/>
                <a:sym typeface="Poppins Medium"/>
              </a:defRPr>
            </a:lvl9pPr>
          </a:lstStyle>
          <a:p/>
        </p:txBody>
      </p:sp>
      <p:sp>
        <p:nvSpPr>
          <p:cNvPr id="643" name="Google Shape;643;g3d088728187_0_1579"/>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sz="2400">
                <a:solidFill>
                  <a:schemeClr val="dk1"/>
                </a:solidFill>
                <a:latin typeface="Poppins"/>
                <a:ea typeface="Poppins"/>
                <a:cs typeface="Poppins"/>
                <a:sym typeface="Poppins"/>
              </a:defRPr>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44" name="Shape 644"/>
        <p:cNvGrpSpPr/>
        <p:nvPr/>
      </p:nvGrpSpPr>
      <p:grpSpPr>
        <a:xfrm>
          <a:off x="0" y="0"/>
          <a:ext cx="0" cy="0"/>
          <a:chOff x="0" y="0"/>
          <a:chExt cx="0" cy="0"/>
        </a:xfrm>
      </p:grpSpPr>
      <p:sp>
        <p:nvSpPr>
          <p:cNvPr id="645" name="Google Shape;645;g3d088728187_0_1585"/>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46" name="Google Shape;646;g3d088728187_0_1585"/>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47" name="Google Shape;647;g3d088728187_0_1585"/>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2"/>
              </a:buClr>
              <a:buSzPts val="1600"/>
              <a:buFont typeface="Roboto"/>
              <a:buChar char="●"/>
              <a:defRPr sz="1600">
                <a:solidFill>
                  <a:schemeClr val="lt1"/>
                </a:solidFill>
                <a:latin typeface="Roboto"/>
                <a:ea typeface="Roboto"/>
                <a:cs typeface="Roboto"/>
                <a:sym typeface="Roboto"/>
              </a:defRPr>
            </a:lvl1pPr>
            <a:lvl2pPr indent="-317500" lvl="1" marL="914400" algn="l">
              <a:lnSpc>
                <a:spcPct val="115000"/>
              </a:lnSpc>
              <a:spcBef>
                <a:spcPts val="0"/>
              </a:spcBef>
              <a:spcAft>
                <a:spcPts val="0"/>
              </a:spcAft>
              <a:buClr>
                <a:schemeClr val="accent2"/>
              </a:buClr>
              <a:buSzPts val="1400"/>
              <a:buFont typeface="Roboto"/>
              <a:buChar char="●"/>
              <a:defRPr sz="1400">
                <a:solidFill>
                  <a:schemeClr val="lt1"/>
                </a:solidFill>
                <a:latin typeface="Roboto"/>
                <a:ea typeface="Roboto"/>
                <a:cs typeface="Roboto"/>
                <a:sym typeface="Roboto"/>
              </a:defRPr>
            </a:lvl2pPr>
            <a:lvl3pPr indent="-317500" lvl="2" marL="1371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3pPr>
            <a:lvl4pPr indent="-317500" lvl="3" marL="1828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4pPr>
            <a:lvl5pPr indent="-317500" lvl="4" marL="22860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5pPr>
            <a:lvl6pPr indent="-317500" lvl="5" marL="27432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6pPr>
            <a:lvl7pPr indent="-317500" lvl="6" marL="32004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7pPr>
            <a:lvl8pPr indent="-317500" lvl="7" marL="36576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8pPr>
            <a:lvl9pPr indent="-317500" lvl="8" marL="4114800" algn="l">
              <a:lnSpc>
                <a:spcPct val="115000"/>
              </a:lnSpc>
              <a:spcBef>
                <a:spcPts val="0"/>
              </a:spcBef>
              <a:spcAft>
                <a:spcPts val="0"/>
              </a:spcAft>
              <a:buClr>
                <a:schemeClr val="accent2"/>
              </a:buClr>
              <a:buSzPts val="1400"/>
              <a:buFont typeface="Roboto"/>
              <a:buChar char="■"/>
              <a:defRPr>
                <a:solidFill>
                  <a:schemeClr val="lt1"/>
                </a:solidFill>
                <a:latin typeface="Roboto"/>
                <a:ea typeface="Roboto"/>
                <a:cs typeface="Roboto"/>
                <a:sym typeface="Roboto"/>
              </a:defRPr>
            </a:lvl9pPr>
          </a:lstStyle>
          <a:p/>
        </p:txBody>
      </p:sp>
      <p:pic>
        <p:nvPicPr>
          <p:cNvPr id="648" name="Google Shape;648;g3d088728187_0_1585"/>
          <p:cNvPicPr preferRelativeResize="0"/>
          <p:nvPr/>
        </p:nvPicPr>
        <p:blipFill rotWithShape="1">
          <a:blip r:embed="rId2">
            <a:alphaModFix/>
          </a:blip>
          <a:srcRect b="0" l="0" r="0" t="0"/>
          <a:stretch/>
        </p:blipFill>
        <p:spPr>
          <a:xfrm>
            <a:off x="8631200" y="94288"/>
            <a:ext cx="476900" cy="476900"/>
          </a:xfrm>
          <a:prstGeom prst="rect">
            <a:avLst/>
          </a:prstGeom>
          <a:noFill/>
          <a:ln>
            <a:noFill/>
          </a:ln>
        </p:spPr>
      </p:pic>
      <p:sp>
        <p:nvSpPr>
          <p:cNvPr id="649" name="Google Shape;649;g3d088728187_0_1585"/>
          <p:cNvSpPr txBox="1"/>
          <p:nvPr>
            <p:ph idx="2" type="subTitle"/>
          </p:nvPr>
        </p:nvSpPr>
        <p:spPr>
          <a:xfrm>
            <a:off x="159300" y="4860900"/>
            <a:ext cx="43830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650" name="Google Shape;650;g3d088728187_0_1585"/>
          <p:cNvSpPr txBox="1"/>
          <p:nvPr>
            <p:ph idx="3"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651" name="Google Shape;651;g3d088728187_0_1585"/>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2400"/>
              <a:buNone/>
              <a:defRPr>
                <a:solidFill>
                  <a:schemeClr val="lt1"/>
                </a:solidFill>
              </a:defRPr>
            </a:lvl1pPr>
            <a:lvl2pPr lvl="1"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algn="l">
              <a:lnSpc>
                <a:spcPct val="100000"/>
              </a:lnSpc>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652" name="Google Shape;652;g3d088728187_0_1585"/>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p:cSld name="MAIN_POINT_1">
    <p:spTree>
      <p:nvGrpSpPr>
        <p:cNvPr id="653" name="Shape 653"/>
        <p:cNvGrpSpPr/>
        <p:nvPr/>
      </p:nvGrpSpPr>
      <p:grpSpPr>
        <a:xfrm>
          <a:off x="0" y="0"/>
          <a:ext cx="0" cy="0"/>
          <a:chOff x="0" y="0"/>
          <a:chExt cx="0" cy="0"/>
        </a:xfrm>
      </p:grpSpPr>
      <p:sp>
        <p:nvSpPr>
          <p:cNvPr id="654" name="Google Shape;654;g3d088728187_0_1594"/>
          <p:cNvSpPr/>
          <p:nvPr/>
        </p:nvSpPr>
        <p:spPr>
          <a:xfrm flipH="1" rot="-5400000">
            <a:off x="1995600" y="-2026500"/>
            <a:ext cx="5163300" cy="91965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55" name="Google Shape;655;g3d088728187_0_1594"/>
          <p:cNvSpPr txBox="1"/>
          <p:nvPr>
            <p:ph type="title"/>
          </p:nvPr>
        </p:nvSpPr>
        <p:spPr>
          <a:xfrm>
            <a:off x="372675" y="497100"/>
            <a:ext cx="7399800" cy="345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200"/>
              <a:buFont typeface="Poppins Medium"/>
              <a:buNone/>
              <a:defRPr b="0" sz="32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pic>
        <p:nvPicPr>
          <p:cNvPr id="656" name="Google Shape;656;g3d088728187_0_1594"/>
          <p:cNvPicPr preferRelativeResize="0"/>
          <p:nvPr/>
        </p:nvPicPr>
        <p:blipFill rotWithShape="1">
          <a:blip r:embed="rId2">
            <a:alphaModFix/>
          </a:blip>
          <a:srcRect b="0" l="0" r="0" t="0"/>
          <a:stretch/>
        </p:blipFill>
        <p:spPr>
          <a:xfrm>
            <a:off x="159300" y="4611427"/>
            <a:ext cx="1419223" cy="417175"/>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2">
  <p:cSld name="MAIN_POINT_1_1">
    <p:spTree>
      <p:nvGrpSpPr>
        <p:cNvPr id="657" name="Shape 657"/>
        <p:cNvGrpSpPr/>
        <p:nvPr/>
      </p:nvGrpSpPr>
      <p:grpSpPr>
        <a:xfrm>
          <a:off x="0" y="0"/>
          <a:ext cx="0" cy="0"/>
          <a:chOff x="0" y="0"/>
          <a:chExt cx="0" cy="0"/>
        </a:xfrm>
      </p:grpSpPr>
      <p:sp>
        <p:nvSpPr>
          <p:cNvPr id="658" name="Google Shape;658;g3d088728187_0_1598"/>
          <p:cNvSpPr/>
          <p:nvPr/>
        </p:nvSpPr>
        <p:spPr>
          <a:xfrm flipH="1" rot="-5400000">
            <a:off x="1979700" y="-2014950"/>
            <a:ext cx="5184600" cy="917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sp>
        <p:nvSpPr>
          <p:cNvPr id="659" name="Google Shape;659;g3d088728187_0_1598"/>
          <p:cNvSpPr/>
          <p:nvPr/>
        </p:nvSpPr>
        <p:spPr>
          <a:xfrm flipH="1" rot="-5400000">
            <a:off x="4430550" y="434400"/>
            <a:ext cx="282900" cy="9155700"/>
          </a:xfrm>
          <a:prstGeom prst="rect">
            <a:avLst/>
          </a:prstGeom>
          <a:gradFill>
            <a:gsLst>
              <a:gs pos="0">
                <a:schemeClr val="lt2"/>
              </a:gs>
              <a:gs pos="50000">
                <a:schemeClr val="dk1"/>
              </a:gs>
              <a:gs pos="100000">
                <a:schemeClr val="accent1"/>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000000"/>
              </a:solidFill>
              <a:latin typeface="Roboto"/>
              <a:ea typeface="Roboto"/>
              <a:cs typeface="Roboto"/>
              <a:sym typeface="Roboto"/>
            </a:endParaRPr>
          </a:p>
        </p:txBody>
      </p:sp>
      <p:pic>
        <p:nvPicPr>
          <p:cNvPr id="660" name="Google Shape;660;g3d088728187_0_1598"/>
          <p:cNvPicPr preferRelativeResize="0"/>
          <p:nvPr/>
        </p:nvPicPr>
        <p:blipFill rotWithShape="1">
          <a:blip r:embed="rId2">
            <a:alphaModFix/>
          </a:blip>
          <a:srcRect b="0" l="0" r="0" t="0"/>
          <a:stretch/>
        </p:blipFill>
        <p:spPr>
          <a:xfrm>
            <a:off x="159300" y="4306627"/>
            <a:ext cx="1419223" cy="417175"/>
          </a:xfrm>
          <a:prstGeom prst="rect">
            <a:avLst/>
          </a:prstGeom>
          <a:noFill/>
          <a:ln>
            <a:noFill/>
          </a:ln>
        </p:spPr>
      </p:pic>
      <p:sp>
        <p:nvSpPr>
          <p:cNvPr id="661" name="Google Shape;661;g3d088728187_0_1598"/>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1pPr>
            <a:lvl2pPr indent="0" lvl="1"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2pPr>
            <a:lvl3pPr indent="0" lvl="2"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3pPr>
            <a:lvl4pPr indent="0" lvl="3"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4pPr>
            <a:lvl5pPr indent="0" lvl="4"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5pPr>
            <a:lvl6pPr indent="0" lvl="5"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6pPr>
            <a:lvl7pPr indent="0" lvl="6"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7pPr>
            <a:lvl8pPr indent="0" lvl="7"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8pPr>
            <a:lvl9pPr indent="0" lvl="8" marL="0" marR="0" rtl="0" algn="l">
              <a:lnSpc>
                <a:spcPct val="100000"/>
              </a:lnSpc>
              <a:spcBef>
                <a:spcPts val="0"/>
              </a:spcBef>
              <a:spcAft>
                <a:spcPts val="0"/>
              </a:spcAft>
              <a:buClr>
                <a:srgbClr val="000000"/>
              </a:buClr>
              <a:buSzPts val="700"/>
              <a:buFont typeface="Arial"/>
              <a:buNone/>
              <a:defRPr b="0" i="0" sz="700" u="none" cap="none" strike="noStrike">
                <a:solidFill>
                  <a:schemeClr val="lt1"/>
                </a:solidFill>
                <a:latin typeface="Poppins Medium"/>
                <a:ea typeface="Poppins Medium"/>
                <a:cs typeface="Poppins Medium"/>
                <a:sym typeface="Poppins Medium"/>
              </a:defRPr>
            </a:lvl9pPr>
          </a:lstStyle>
          <a:p>
            <a:pPr indent="0" lvl="0" marL="0" rtl="0" algn="l">
              <a:spcBef>
                <a:spcPts val="0"/>
              </a:spcBef>
              <a:spcAft>
                <a:spcPts val="0"/>
              </a:spcAft>
              <a:buNone/>
            </a:pPr>
            <a:fld id="{00000000-1234-1234-1234-123412341234}" type="slidenum">
              <a:rPr lang="en"/>
              <a:t>‹#›</a:t>
            </a:fld>
            <a:endParaRPr/>
          </a:p>
        </p:txBody>
      </p:sp>
      <p:sp>
        <p:nvSpPr>
          <p:cNvPr id="662" name="Google Shape;662;g3d088728187_0_1598"/>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lvl1pPr lvl="0" algn="r">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2pPr>
            <a:lvl3pPr lvl="2"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3pPr>
            <a:lvl4pPr lvl="3"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4pPr>
            <a:lvl5pPr lvl="4"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5pPr>
            <a:lvl6pPr lvl="5"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6pPr>
            <a:lvl7pPr lvl="6"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7pPr>
            <a:lvl8pPr lvl="7"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8pPr>
            <a:lvl9pPr lvl="8" algn="l">
              <a:lnSpc>
                <a:spcPct val="115000"/>
              </a:lnSpc>
              <a:spcBef>
                <a:spcPts val="0"/>
              </a:spcBef>
              <a:spcAft>
                <a:spcPts val="0"/>
              </a:spcAft>
              <a:buClr>
                <a:schemeClr val="lt1"/>
              </a:buClr>
              <a:buSzPts val="700"/>
              <a:buFont typeface="Poppins Medium"/>
              <a:buNone/>
              <a:defRPr sz="700">
                <a:solidFill>
                  <a:schemeClr val="lt1"/>
                </a:solidFill>
                <a:latin typeface="Poppins Medium"/>
                <a:ea typeface="Poppins Medium"/>
                <a:cs typeface="Poppins Medium"/>
                <a:sym typeface="Poppins Medium"/>
              </a:defRPr>
            </a:lvl9pPr>
          </a:lstStyle>
          <a:p/>
        </p:txBody>
      </p:sp>
      <p:sp>
        <p:nvSpPr>
          <p:cNvPr id="663" name="Google Shape;663;g3d088728187_0_1598"/>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1"/>
              </a:buClr>
              <a:buSzPts val="700"/>
              <a:buFont typeface="Poppins"/>
              <a:buNone/>
              <a:defRPr sz="700">
                <a:solidFill>
                  <a:schemeClr val="lt1"/>
                </a:solidFill>
                <a:latin typeface="Poppins"/>
                <a:ea typeface="Poppins"/>
                <a:cs typeface="Poppins"/>
                <a:sym typeface="Poppins"/>
              </a:defRPr>
            </a:lvl1pPr>
            <a:lvl2pPr lvl="1"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2pPr>
            <a:lvl3pPr lvl="2"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3pPr>
            <a:lvl4pPr lvl="3"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4pPr>
            <a:lvl5pPr lvl="4"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5pPr>
            <a:lvl6pPr lvl="5"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6pPr>
            <a:lvl7pPr lvl="6"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7pPr>
            <a:lvl8pPr lvl="7"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8pPr>
            <a:lvl9pPr lvl="8" algn="l">
              <a:lnSpc>
                <a:spcPct val="115000"/>
              </a:lnSpc>
              <a:spcBef>
                <a:spcPts val="0"/>
              </a:spcBef>
              <a:spcAft>
                <a:spcPts val="0"/>
              </a:spcAft>
              <a:buClr>
                <a:schemeClr val="accent2"/>
              </a:buClr>
              <a:buSzPts val="700"/>
              <a:buFont typeface="Poppins Medium"/>
              <a:buNone/>
              <a:defRPr sz="700">
                <a:solidFill>
                  <a:schemeClr val="accent2"/>
                </a:solidFill>
                <a:latin typeface="Poppins Medium"/>
                <a:ea typeface="Poppins Medium"/>
                <a:cs typeface="Poppins Medium"/>
                <a:sym typeface="Poppins Medium"/>
              </a:defRPr>
            </a:lvl9pPr>
          </a:lstStyle>
          <a:p/>
        </p:txBody>
      </p:sp>
      <p:sp>
        <p:nvSpPr>
          <p:cNvPr id="664" name="Google Shape;664;g3d088728187_0_1598"/>
          <p:cNvSpPr txBox="1"/>
          <p:nvPr>
            <p:ph type="title"/>
          </p:nvPr>
        </p:nvSpPr>
        <p:spPr>
          <a:xfrm>
            <a:off x="372675" y="497100"/>
            <a:ext cx="7399800" cy="345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200"/>
              <a:buFont typeface="Poppins Medium"/>
              <a:buNone/>
              <a:defRPr b="0" sz="3200">
                <a:solidFill>
                  <a:schemeClr val="lt1"/>
                </a:solidFill>
                <a:latin typeface="Poppins Medium"/>
                <a:ea typeface="Poppins Medium"/>
                <a:cs typeface="Poppins Medium"/>
                <a:sym typeface="Poppins Medium"/>
              </a:defRPr>
            </a:lvl1pPr>
            <a:lvl2pPr lvl="1"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2pPr>
            <a:lvl3pPr lvl="2"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3pPr>
            <a:lvl4pPr lvl="3"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4pPr>
            <a:lvl5pPr lvl="4"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5pPr>
            <a:lvl6pPr lvl="5"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6pPr>
            <a:lvl7pPr lvl="6"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7pPr>
            <a:lvl8pPr lvl="7"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8pPr>
            <a:lvl9pPr lvl="8" algn="l">
              <a:lnSpc>
                <a:spcPct val="100000"/>
              </a:lnSpc>
              <a:spcBef>
                <a:spcPts val="0"/>
              </a:spcBef>
              <a:spcAft>
                <a:spcPts val="0"/>
              </a:spcAft>
              <a:buClr>
                <a:schemeClr val="lt1"/>
              </a:buClr>
              <a:buSzPts val="3600"/>
              <a:buFont typeface="Outfit Medium"/>
              <a:buNone/>
              <a:defRPr sz="3600">
                <a:solidFill>
                  <a:schemeClr val="lt1"/>
                </a:solidFill>
                <a:latin typeface="Outfit Medium"/>
                <a:ea typeface="Outfit Medium"/>
                <a:cs typeface="Outfit Medium"/>
                <a:sym typeface="Outfit Medium"/>
              </a:defRPr>
            </a:lvl9pPr>
          </a:lstStyle>
          <a:p/>
        </p:txBody>
      </p:sp>
    </p:spTree>
  </p:cSld>
  <p:clrMapOvr>
    <a:masterClrMapping/>
  </p:clrMapOvr>
  <p:extLst>
    <p:ext uri="{DCECCB84-F9BA-43D5-87BE-67443E8EF086}">
      <p15:sldGuideLst>
        <p15:guide id="1" pos="2880">
          <p15:clr>
            <a:srgbClr val="FA7B17"/>
          </p15:clr>
        </p15:guide>
        <p15:guide id="2" orient="horz" pos="1620">
          <p15:clr>
            <a:srgbClr val="FA7B17"/>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 / client bio">
  <p:cSld name="1_Case study / client bio">
    <p:spTree>
      <p:nvGrpSpPr>
        <p:cNvPr id="665" name="Shape 665"/>
        <p:cNvGrpSpPr/>
        <p:nvPr/>
      </p:nvGrpSpPr>
      <p:grpSpPr>
        <a:xfrm>
          <a:off x="0" y="0"/>
          <a:ext cx="0" cy="0"/>
          <a:chOff x="0" y="0"/>
          <a:chExt cx="0" cy="0"/>
        </a:xfrm>
      </p:grpSpPr>
      <p:sp>
        <p:nvSpPr>
          <p:cNvPr id="666" name="Google Shape;666;g3d088728187_0_1606"/>
          <p:cNvSpPr txBox="1"/>
          <p:nvPr>
            <p:ph type="title"/>
          </p:nvPr>
        </p:nvSpPr>
        <p:spPr>
          <a:xfrm>
            <a:off x="2576726" y="265452"/>
            <a:ext cx="6231600" cy="388800"/>
          </a:xfrm>
          <a:prstGeom prst="rect">
            <a:avLst/>
          </a:prstGeom>
          <a:noFill/>
          <a:ln>
            <a:noFill/>
          </a:ln>
        </p:spPr>
        <p:txBody>
          <a:bodyPr anchorCtr="0" anchor="t" bIns="34275" lIns="0" spcFirstLastPara="1" rIns="0" wrap="square" tIns="34275">
            <a:noAutofit/>
          </a:bodyPr>
          <a:lstStyle>
            <a:lvl1pPr lvl="0" algn="l">
              <a:lnSpc>
                <a:spcPct val="110000"/>
              </a:lnSpc>
              <a:spcBef>
                <a:spcPts val="0"/>
              </a:spcBef>
              <a:spcAft>
                <a:spcPts val="0"/>
              </a:spcAft>
              <a:buClr>
                <a:schemeClr val="accent3"/>
              </a:buClr>
              <a:buSzPts val="2300"/>
              <a:buFont typeface="Century Gothic"/>
              <a:buNone/>
              <a:defRPr b="1" i="0" sz="2300">
                <a:solidFill>
                  <a:schemeClr val="accent3"/>
                </a:solidFill>
                <a:latin typeface="Century Gothic"/>
                <a:ea typeface="Century Gothic"/>
                <a:cs typeface="Century Gothic"/>
                <a:sym typeface="Century Gothic"/>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7" name="Google Shape;667;g3d088728187_0_1606"/>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68" name="Google Shape;668;g3d088728187_0_1606"/>
          <p:cNvSpPr txBox="1"/>
          <p:nvPr>
            <p:ph idx="11" type="ftr"/>
          </p:nvPr>
        </p:nvSpPr>
        <p:spPr>
          <a:xfrm>
            <a:off x="3028950" y="487013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8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69" name="Google Shape;669;g3d088728187_0_1606"/>
          <p:cNvSpPr/>
          <p:nvPr/>
        </p:nvSpPr>
        <p:spPr>
          <a:xfrm>
            <a:off x="-1" y="0"/>
            <a:ext cx="2370900" cy="4874100"/>
          </a:xfrm>
          <a:prstGeom prst="rect">
            <a:avLst/>
          </a:prstGeom>
          <a:solidFill>
            <a:srgbClr val="00487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entury Gothic"/>
              <a:ea typeface="Century Gothic"/>
              <a:cs typeface="Century Gothic"/>
              <a:sym typeface="Century Gothic"/>
            </a:endParaRPr>
          </a:p>
        </p:txBody>
      </p:sp>
      <p:cxnSp>
        <p:nvCxnSpPr>
          <p:cNvPr id="670" name="Google Shape;670;g3d088728187_0_1606"/>
          <p:cNvCxnSpPr/>
          <p:nvPr/>
        </p:nvCxnSpPr>
        <p:spPr>
          <a:xfrm rot="10800000">
            <a:off x="256951" y="1075086"/>
            <a:ext cx="1932600" cy="0"/>
          </a:xfrm>
          <a:prstGeom prst="straightConnector1">
            <a:avLst/>
          </a:prstGeom>
          <a:noFill/>
          <a:ln cap="flat" cmpd="sng" w="9525">
            <a:solidFill>
              <a:schemeClr val="lt1"/>
            </a:solidFill>
            <a:prstDash val="dot"/>
            <a:miter lim="8000"/>
            <a:headEnd len="sm" w="sm" type="none"/>
            <a:tailEnd len="sm" w="sm" type="none"/>
          </a:ln>
        </p:spPr>
      </p:cxnSp>
      <p:cxnSp>
        <p:nvCxnSpPr>
          <p:cNvPr id="671" name="Google Shape;671;g3d088728187_0_1606"/>
          <p:cNvCxnSpPr/>
          <p:nvPr/>
        </p:nvCxnSpPr>
        <p:spPr>
          <a:xfrm>
            <a:off x="5161548" y="1196621"/>
            <a:ext cx="0" cy="946200"/>
          </a:xfrm>
          <a:prstGeom prst="straightConnector1">
            <a:avLst/>
          </a:prstGeom>
          <a:noFill/>
          <a:ln cap="flat" cmpd="sng" w="9525">
            <a:solidFill>
              <a:schemeClr val="accent1"/>
            </a:solidFill>
            <a:prstDash val="solid"/>
            <a:miter lim="8000"/>
            <a:headEnd len="sm" w="sm" type="none"/>
            <a:tailEnd len="sm" w="sm" type="none"/>
          </a:ln>
        </p:spPr>
      </p:cxnSp>
      <p:cxnSp>
        <p:nvCxnSpPr>
          <p:cNvPr id="672" name="Google Shape;672;g3d088728187_0_1606"/>
          <p:cNvCxnSpPr/>
          <p:nvPr/>
        </p:nvCxnSpPr>
        <p:spPr>
          <a:xfrm>
            <a:off x="2576647" y="2290421"/>
            <a:ext cx="6282600" cy="0"/>
          </a:xfrm>
          <a:prstGeom prst="straightConnector1">
            <a:avLst/>
          </a:prstGeom>
          <a:noFill/>
          <a:ln cap="flat" cmpd="sng" w="9525">
            <a:solidFill>
              <a:schemeClr val="accent1"/>
            </a:solidFill>
            <a:prstDash val="solid"/>
            <a:miter lim="8000"/>
            <a:headEnd len="sm" w="sm" type="none"/>
            <a:tailEnd len="sm" w="sm" type="none"/>
          </a:ln>
        </p:spPr>
      </p:cxnSp>
      <p:cxnSp>
        <p:nvCxnSpPr>
          <p:cNvPr id="673" name="Google Shape;673;g3d088728187_0_1606"/>
          <p:cNvCxnSpPr/>
          <p:nvPr/>
        </p:nvCxnSpPr>
        <p:spPr>
          <a:xfrm>
            <a:off x="2576647" y="3388724"/>
            <a:ext cx="6282600" cy="0"/>
          </a:xfrm>
          <a:prstGeom prst="straightConnector1">
            <a:avLst/>
          </a:prstGeom>
          <a:noFill/>
          <a:ln cap="flat" cmpd="sng" w="9525">
            <a:solidFill>
              <a:schemeClr val="accent1"/>
            </a:solidFill>
            <a:prstDash val="solid"/>
            <a:miter lim="8000"/>
            <a:headEnd len="sm" w="sm" type="none"/>
            <a:tailEnd len="sm" w="sm" type="none"/>
          </a:ln>
        </p:spPr>
      </p:cxnSp>
      <p:sp>
        <p:nvSpPr>
          <p:cNvPr id="674" name="Google Shape;674;g3d088728187_0_1606"/>
          <p:cNvSpPr txBox="1"/>
          <p:nvPr>
            <p:ph idx="1" type="body"/>
          </p:nvPr>
        </p:nvSpPr>
        <p:spPr>
          <a:xfrm>
            <a:off x="2576701" y="1202939"/>
            <a:ext cx="2584800" cy="9513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100"/>
              <a:buFont typeface="Century Gothic"/>
              <a:buNone/>
              <a:defRPr sz="12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75" name="Google Shape;675;g3d088728187_0_1606"/>
          <p:cNvSpPr txBox="1"/>
          <p:nvPr>
            <p:ph idx="2" type="body"/>
          </p:nvPr>
        </p:nvSpPr>
        <p:spPr>
          <a:xfrm>
            <a:off x="5241098" y="1705339"/>
            <a:ext cx="1179900" cy="347400"/>
          </a:xfrm>
          <a:prstGeom prst="rect">
            <a:avLst/>
          </a:prstGeom>
          <a:noFill/>
          <a:ln>
            <a:noFill/>
          </a:ln>
        </p:spPr>
        <p:txBody>
          <a:bodyPr anchorCtr="0" anchor="t" bIns="34275" lIns="0" spcFirstLastPara="1" rIns="0" wrap="square" tIns="34275">
            <a:noAutofit/>
          </a:bodyPr>
          <a:lstStyle>
            <a:lvl1pPr indent="-228600" lvl="0" marL="457200" algn="ctr">
              <a:lnSpc>
                <a:spcPct val="90000"/>
              </a:lnSpc>
              <a:spcBef>
                <a:spcPts val="800"/>
              </a:spcBef>
              <a:spcAft>
                <a:spcPts val="0"/>
              </a:spcAft>
              <a:buSzPts val="900"/>
              <a:buFont typeface="Century Gothic"/>
              <a:buNone/>
              <a:defRPr sz="11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76" name="Google Shape;676;g3d088728187_0_1606"/>
          <p:cNvSpPr txBox="1"/>
          <p:nvPr>
            <p:ph idx="3" type="body"/>
          </p:nvPr>
        </p:nvSpPr>
        <p:spPr>
          <a:xfrm>
            <a:off x="5241098" y="1353031"/>
            <a:ext cx="1179900" cy="273300"/>
          </a:xfrm>
          <a:prstGeom prst="rect">
            <a:avLst/>
          </a:prstGeom>
          <a:noFill/>
          <a:ln>
            <a:noFill/>
          </a:ln>
        </p:spPr>
        <p:txBody>
          <a:bodyPr anchorCtr="0" anchor="t" bIns="34275" lIns="0" spcFirstLastPara="1" rIns="0" wrap="square" tIns="34275">
            <a:noAutofit/>
          </a:bodyPr>
          <a:lstStyle>
            <a:lvl1pPr indent="-228600" lvl="0" marL="457200" algn="ctr">
              <a:lnSpc>
                <a:spcPct val="90000"/>
              </a:lnSpc>
              <a:spcBef>
                <a:spcPts val="800"/>
              </a:spcBef>
              <a:spcAft>
                <a:spcPts val="0"/>
              </a:spcAft>
              <a:buSzPts val="1600"/>
              <a:buFont typeface="Century Gothic"/>
              <a:buNone/>
              <a:defRPr b="1" sz="18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77" name="Google Shape;677;g3d088728187_0_1606"/>
          <p:cNvSpPr txBox="1"/>
          <p:nvPr>
            <p:ph idx="4" type="body"/>
          </p:nvPr>
        </p:nvSpPr>
        <p:spPr>
          <a:xfrm>
            <a:off x="6434717" y="1705339"/>
            <a:ext cx="1179900" cy="347400"/>
          </a:xfrm>
          <a:prstGeom prst="rect">
            <a:avLst/>
          </a:prstGeom>
          <a:noFill/>
          <a:ln>
            <a:noFill/>
          </a:ln>
        </p:spPr>
        <p:txBody>
          <a:bodyPr anchorCtr="0" anchor="t" bIns="34275" lIns="0" spcFirstLastPara="1" rIns="0" wrap="square" tIns="34275">
            <a:noAutofit/>
          </a:bodyPr>
          <a:lstStyle>
            <a:lvl1pPr indent="-228600" lvl="0" marL="457200" algn="ctr">
              <a:lnSpc>
                <a:spcPct val="90000"/>
              </a:lnSpc>
              <a:spcBef>
                <a:spcPts val="800"/>
              </a:spcBef>
              <a:spcAft>
                <a:spcPts val="0"/>
              </a:spcAft>
              <a:buSzPts val="900"/>
              <a:buFont typeface="Century Gothic"/>
              <a:buNone/>
              <a:defRPr sz="11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78" name="Google Shape;678;g3d088728187_0_1606"/>
          <p:cNvSpPr txBox="1"/>
          <p:nvPr>
            <p:ph idx="5" type="body"/>
          </p:nvPr>
        </p:nvSpPr>
        <p:spPr>
          <a:xfrm>
            <a:off x="6434717" y="1353031"/>
            <a:ext cx="1179900" cy="273300"/>
          </a:xfrm>
          <a:prstGeom prst="rect">
            <a:avLst/>
          </a:prstGeom>
          <a:noFill/>
          <a:ln>
            <a:noFill/>
          </a:ln>
        </p:spPr>
        <p:txBody>
          <a:bodyPr anchorCtr="0" anchor="t" bIns="34275" lIns="0" spcFirstLastPara="1" rIns="0" wrap="square" tIns="34275">
            <a:noAutofit/>
          </a:bodyPr>
          <a:lstStyle>
            <a:lvl1pPr indent="-228600" lvl="0" marL="457200" algn="ctr">
              <a:lnSpc>
                <a:spcPct val="90000"/>
              </a:lnSpc>
              <a:spcBef>
                <a:spcPts val="800"/>
              </a:spcBef>
              <a:spcAft>
                <a:spcPts val="0"/>
              </a:spcAft>
              <a:buSzPts val="1600"/>
              <a:buFont typeface="Century Gothic"/>
              <a:buNone/>
              <a:defRPr b="1" sz="18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79" name="Google Shape;679;g3d088728187_0_1606"/>
          <p:cNvSpPr txBox="1"/>
          <p:nvPr>
            <p:ph idx="6" type="body"/>
          </p:nvPr>
        </p:nvSpPr>
        <p:spPr>
          <a:xfrm>
            <a:off x="7628335" y="1705339"/>
            <a:ext cx="1179900" cy="347400"/>
          </a:xfrm>
          <a:prstGeom prst="rect">
            <a:avLst/>
          </a:prstGeom>
          <a:noFill/>
          <a:ln>
            <a:noFill/>
          </a:ln>
        </p:spPr>
        <p:txBody>
          <a:bodyPr anchorCtr="0" anchor="t" bIns="34275" lIns="0" spcFirstLastPara="1" rIns="0" wrap="square" tIns="34275">
            <a:noAutofit/>
          </a:bodyPr>
          <a:lstStyle>
            <a:lvl1pPr indent="-228600" lvl="0" marL="457200" algn="ctr">
              <a:lnSpc>
                <a:spcPct val="90000"/>
              </a:lnSpc>
              <a:spcBef>
                <a:spcPts val="800"/>
              </a:spcBef>
              <a:spcAft>
                <a:spcPts val="0"/>
              </a:spcAft>
              <a:buSzPts val="900"/>
              <a:buFont typeface="Century Gothic"/>
              <a:buNone/>
              <a:defRPr sz="11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0" name="Google Shape;680;g3d088728187_0_1606"/>
          <p:cNvSpPr txBox="1"/>
          <p:nvPr>
            <p:ph idx="7" type="body"/>
          </p:nvPr>
        </p:nvSpPr>
        <p:spPr>
          <a:xfrm>
            <a:off x="7628335" y="1353031"/>
            <a:ext cx="1179900" cy="273300"/>
          </a:xfrm>
          <a:prstGeom prst="rect">
            <a:avLst/>
          </a:prstGeom>
          <a:noFill/>
          <a:ln>
            <a:noFill/>
          </a:ln>
        </p:spPr>
        <p:txBody>
          <a:bodyPr anchorCtr="0" anchor="t" bIns="34275" lIns="0" spcFirstLastPara="1" rIns="0" wrap="square" tIns="34275">
            <a:noAutofit/>
          </a:bodyPr>
          <a:lstStyle>
            <a:lvl1pPr indent="-228600" lvl="0" marL="457200" algn="ctr">
              <a:lnSpc>
                <a:spcPct val="90000"/>
              </a:lnSpc>
              <a:spcBef>
                <a:spcPts val="800"/>
              </a:spcBef>
              <a:spcAft>
                <a:spcPts val="0"/>
              </a:spcAft>
              <a:buSzPts val="1600"/>
              <a:buFont typeface="Century Gothic"/>
              <a:buNone/>
              <a:defRPr b="1" sz="18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1" name="Google Shape;681;g3d088728187_0_1606"/>
          <p:cNvSpPr txBox="1"/>
          <p:nvPr>
            <p:ph idx="8" type="body"/>
          </p:nvPr>
        </p:nvSpPr>
        <p:spPr>
          <a:xfrm>
            <a:off x="2576648" y="2372952"/>
            <a:ext cx="1982100" cy="9030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100"/>
              <a:buFont typeface="Century Gothic"/>
              <a:buNone/>
              <a:defRPr sz="12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2" name="Google Shape;682;g3d088728187_0_1606"/>
          <p:cNvSpPr txBox="1"/>
          <p:nvPr>
            <p:ph idx="9" type="body"/>
          </p:nvPr>
        </p:nvSpPr>
        <p:spPr>
          <a:xfrm>
            <a:off x="4710494" y="2372952"/>
            <a:ext cx="1982100" cy="9030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100"/>
              <a:buFont typeface="Century Gothic"/>
              <a:buNone/>
              <a:defRPr sz="12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3" name="Google Shape;683;g3d088728187_0_1606"/>
          <p:cNvSpPr txBox="1"/>
          <p:nvPr>
            <p:ph idx="13" type="body"/>
          </p:nvPr>
        </p:nvSpPr>
        <p:spPr>
          <a:xfrm>
            <a:off x="6844341" y="2372952"/>
            <a:ext cx="1982100" cy="9030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100"/>
              <a:buFont typeface="Century Gothic"/>
              <a:buNone/>
              <a:defRPr sz="12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4" name="Google Shape;684;g3d088728187_0_1606"/>
          <p:cNvSpPr txBox="1"/>
          <p:nvPr>
            <p:ph idx="14" type="body"/>
          </p:nvPr>
        </p:nvSpPr>
        <p:spPr>
          <a:xfrm>
            <a:off x="2576648" y="3570658"/>
            <a:ext cx="1982400" cy="2751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600"/>
              <a:buFont typeface="Century Gothic"/>
              <a:buNone/>
              <a:defRPr b="1" sz="18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5" name="Google Shape;685;g3d088728187_0_1606"/>
          <p:cNvSpPr txBox="1"/>
          <p:nvPr>
            <p:ph idx="15" type="body"/>
          </p:nvPr>
        </p:nvSpPr>
        <p:spPr>
          <a:xfrm>
            <a:off x="2576648" y="3933735"/>
            <a:ext cx="1982100" cy="9030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100"/>
              <a:buFont typeface="Century Gothic"/>
              <a:buNone/>
              <a:defRPr sz="12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6" name="Google Shape;686;g3d088728187_0_1606"/>
          <p:cNvSpPr txBox="1"/>
          <p:nvPr>
            <p:ph idx="16" type="body"/>
          </p:nvPr>
        </p:nvSpPr>
        <p:spPr>
          <a:xfrm>
            <a:off x="4710494" y="3570658"/>
            <a:ext cx="1982400" cy="2751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600"/>
              <a:buFont typeface="Century Gothic"/>
              <a:buNone/>
              <a:defRPr b="1" sz="18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7" name="Google Shape;687;g3d088728187_0_1606"/>
          <p:cNvSpPr txBox="1"/>
          <p:nvPr>
            <p:ph idx="17" type="body"/>
          </p:nvPr>
        </p:nvSpPr>
        <p:spPr>
          <a:xfrm>
            <a:off x="4710494" y="3933735"/>
            <a:ext cx="1982100" cy="9030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100"/>
              <a:buFont typeface="Century Gothic"/>
              <a:buNone/>
              <a:defRPr sz="12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8" name="Google Shape;688;g3d088728187_0_1606"/>
          <p:cNvSpPr txBox="1"/>
          <p:nvPr>
            <p:ph idx="18" type="body"/>
          </p:nvPr>
        </p:nvSpPr>
        <p:spPr>
          <a:xfrm>
            <a:off x="6843912" y="3570658"/>
            <a:ext cx="1982400" cy="2751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600"/>
              <a:buFont typeface="Century Gothic"/>
              <a:buNone/>
              <a:defRPr b="1" sz="18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89" name="Google Shape;689;g3d088728187_0_1606"/>
          <p:cNvSpPr txBox="1"/>
          <p:nvPr>
            <p:ph idx="19" type="body"/>
          </p:nvPr>
        </p:nvSpPr>
        <p:spPr>
          <a:xfrm>
            <a:off x="6844341" y="3933735"/>
            <a:ext cx="1982100" cy="9030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SzPts val="1100"/>
              <a:buFont typeface="Century Gothic"/>
              <a:buNone/>
              <a:defRPr sz="1200"/>
            </a:lvl1pPr>
            <a:lvl2pPr indent="-317500" lvl="1" marL="914400" algn="l">
              <a:lnSpc>
                <a:spcPct val="90000"/>
              </a:lnSpc>
              <a:spcBef>
                <a:spcPts val="1200"/>
              </a:spcBef>
              <a:spcAft>
                <a:spcPts val="0"/>
              </a:spcAft>
              <a:buClr>
                <a:schemeClr val="accent6"/>
              </a:buClr>
              <a:buSzPts val="1400"/>
              <a:buChar char="●"/>
              <a:defRPr/>
            </a:lvl2pPr>
            <a:lvl3pPr indent="-317500" lvl="2" marL="1371600" algn="l">
              <a:lnSpc>
                <a:spcPct val="90000"/>
              </a:lnSpc>
              <a:spcBef>
                <a:spcPts val="1200"/>
              </a:spcBef>
              <a:spcAft>
                <a:spcPts val="0"/>
              </a:spcAft>
              <a:buClr>
                <a:schemeClr val="accent3"/>
              </a:buClr>
              <a:buSzPts val="1400"/>
              <a:buChar char="■"/>
              <a:defRPr/>
            </a:lvl3pPr>
            <a:lvl4pPr indent="-317500" lvl="3" marL="1828800" algn="l">
              <a:lnSpc>
                <a:spcPct val="90000"/>
              </a:lnSpc>
              <a:spcBef>
                <a:spcPts val="1200"/>
              </a:spcBef>
              <a:spcAft>
                <a:spcPts val="0"/>
              </a:spcAft>
              <a:buClr>
                <a:schemeClr val="accent3"/>
              </a:buClr>
              <a:buSzPts val="1400"/>
              <a:buChar char="●"/>
              <a:defRPr/>
            </a:lvl4pPr>
            <a:lvl5pPr indent="-317500" lvl="4" marL="2286000" algn="l">
              <a:lnSpc>
                <a:spcPct val="90000"/>
              </a:lnSpc>
              <a:spcBef>
                <a:spcPts val="1200"/>
              </a:spcBef>
              <a:spcAft>
                <a:spcPts val="0"/>
              </a:spcAft>
              <a:buClr>
                <a:schemeClr val="accent3"/>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7" Type="http://schemas.openxmlformats.org/officeDocument/2006/relationships/theme" Target="../theme/theme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4.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1" Type="http://schemas.openxmlformats.org/officeDocument/2006/relationships/image" Target="../media/image1.png"/><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26" Type="http://schemas.openxmlformats.org/officeDocument/2006/relationships/slideLayout" Target="../slideLayouts/slideLayout50.xml"/><Relationship Id="rId25" Type="http://schemas.openxmlformats.org/officeDocument/2006/relationships/slideLayout" Target="../slideLayouts/slideLayout49.xml"/><Relationship Id="rId28" Type="http://schemas.openxmlformats.org/officeDocument/2006/relationships/theme" Target="../theme/theme5.xml"/><Relationship Id="rId27" Type="http://schemas.openxmlformats.org/officeDocument/2006/relationships/slideLayout" Target="../slideLayouts/slideLayout51.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9" Type="http://schemas.openxmlformats.org/officeDocument/2006/relationships/slideLayout" Target="../slideLayouts/slideLayout43.xml"/><Relationship Id="rId18" Type="http://schemas.openxmlformats.org/officeDocument/2006/relationships/slideLayout" Target="../slideLayouts/slideLayout4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9" Type="http://schemas.openxmlformats.org/officeDocument/2006/relationships/theme" Target="../theme/theme2.xml"/><Relationship Id="rId18" Type="http://schemas.openxmlformats.org/officeDocument/2006/relationships/slideLayout" Target="../slideLayouts/slideLayout68.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7.xml"/><Relationship Id="rId22" Type="http://schemas.openxmlformats.org/officeDocument/2006/relationships/slideLayout" Target="../slideLayouts/slideLayout89.xml"/><Relationship Id="rId21" Type="http://schemas.openxmlformats.org/officeDocument/2006/relationships/slideLayout" Target="../slideLayouts/slideLayout88.xml"/><Relationship Id="rId24" Type="http://schemas.openxmlformats.org/officeDocument/2006/relationships/slideLayout" Target="../slideLayouts/slideLayout91.xml"/><Relationship Id="rId23" Type="http://schemas.openxmlformats.org/officeDocument/2006/relationships/slideLayout" Target="../slideLayouts/slideLayout90.xml"/><Relationship Id="rId1" Type="http://schemas.openxmlformats.org/officeDocument/2006/relationships/image" Target="../media/image1.png"/><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9" Type="http://schemas.openxmlformats.org/officeDocument/2006/relationships/slideLayout" Target="../slideLayouts/slideLayout76.xml"/><Relationship Id="rId26" Type="http://schemas.openxmlformats.org/officeDocument/2006/relationships/slideLayout" Target="../slideLayouts/slideLayout93.xml"/><Relationship Id="rId25" Type="http://schemas.openxmlformats.org/officeDocument/2006/relationships/slideLayout" Target="../slideLayouts/slideLayout92.xml"/><Relationship Id="rId28" Type="http://schemas.openxmlformats.org/officeDocument/2006/relationships/slideLayout" Target="../slideLayouts/slideLayout95.xml"/><Relationship Id="rId27" Type="http://schemas.openxmlformats.org/officeDocument/2006/relationships/slideLayout" Target="../slideLayouts/slideLayout94.xml"/><Relationship Id="rId5" Type="http://schemas.openxmlformats.org/officeDocument/2006/relationships/slideLayout" Target="../slideLayouts/slideLayout72.xml"/><Relationship Id="rId6" Type="http://schemas.openxmlformats.org/officeDocument/2006/relationships/slideLayout" Target="../slideLayouts/slideLayout73.xml"/><Relationship Id="rId29" Type="http://schemas.openxmlformats.org/officeDocument/2006/relationships/theme" Target="../theme/theme3.xml"/><Relationship Id="rId7" Type="http://schemas.openxmlformats.org/officeDocument/2006/relationships/slideLayout" Target="../slideLayouts/slideLayout74.xml"/><Relationship Id="rId8" Type="http://schemas.openxmlformats.org/officeDocument/2006/relationships/slideLayout" Target="../slideLayouts/slideLayout75.xml"/><Relationship Id="rId11" Type="http://schemas.openxmlformats.org/officeDocument/2006/relationships/slideLayout" Target="../slideLayouts/slideLayout78.xml"/><Relationship Id="rId10" Type="http://schemas.openxmlformats.org/officeDocument/2006/relationships/slideLayout" Target="../slideLayouts/slideLayout77.xml"/><Relationship Id="rId13" Type="http://schemas.openxmlformats.org/officeDocument/2006/relationships/slideLayout" Target="../slideLayouts/slideLayout80.xml"/><Relationship Id="rId12" Type="http://schemas.openxmlformats.org/officeDocument/2006/relationships/slideLayout" Target="../slideLayouts/slideLayout79.xml"/><Relationship Id="rId15" Type="http://schemas.openxmlformats.org/officeDocument/2006/relationships/slideLayout" Target="../slideLayouts/slideLayout82.xml"/><Relationship Id="rId14" Type="http://schemas.openxmlformats.org/officeDocument/2006/relationships/slideLayout" Target="../slideLayouts/slideLayout81.xml"/><Relationship Id="rId17" Type="http://schemas.openxmlformats.org/officeDocument/2006/relationships/slideLayout" Target="../slideLayouts/slideLayout84.xml"/><Relationship Id="rId16" Type="http://schemas.openxmlformats.org/officeDocument/2006/relationships/slideLayout" Target="../slideLayouts/slideLayout83.xml"/><Relationship Id="rId19" Type="http://schemas.openxmlformats.org/officeDocument/2006/relationships/slideLayout" Target="../slideLayouts/slideLayout86.xml"/><Relationship Id="rId18"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6"/>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30200" lvl="1" marL="914400" marR="0" rtl="0" algn="l">
              <a:lnSpc>
                <a:spcPct val="115000"/>
              </a:lnSpc>
              <a:spcBef>
                <a:spcPts val="0"/>
              </a:spcBef>
              <a:spcAft>
                <a:spcPts val="0"/>
              </a:spcAft>
              <a:buClr>
                <a:schemeClr val="dk1"/>
              </a:buClr>
              <a:buSzPts val="1600"/>
              <a:buFont typeface="Roboto"/>
              <a:buChar char="●"/>
              <a:defRPr b="0" i="0" sz="16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pic>
        <p:nvPicPr>
          <p:cNvPr id="8" name="Google Shape;8;p26"/>
          <p:cNvPicPr preferRelativeResize="0"/>
          <p:nvPr/>
        </p:nvPicPr>
        <p:blipFill rotWithShape="1">
          <a:blip r:embed="rId1">
            <a:alphaModFix/>
          </a:blip>
          <a:srcRect b="0" l="0" r="0" t="0"/>
          <a:stretch/>
        </p:blipFill>
        <p:spPr>
          <a:xfrm>
            <a:off x="8625449" y="94275"/>
            <a:ext cx="476900" cy="4769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13">
          <p15:clr>
            <a:srgbClr val="EA4335"/>
          </p15:clr>
        </p15:guide>
        <p15:guide id="2" pos="288">
          <p15:clr>
            <a:srgbClr val="EA4335"/>
          </p15:clr>
        </p15:guide>
        <p15:guide id="3" orient="horz" pos="3138">
          <p15:clr>
            <a:srgbClr val="EA4335"/>
          </p15:clr>
        </p15:guide>
        <p15:guide id="4" pos="5472">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30"/>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92" name="Google Shape;192;p30"/>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30200" lvl="1" marL="914400" marR="0" rtl="0" algn="l">
              <a:lnSpc>
                <a:spcPct val="115000"/>
              </a:lnSpc>
              <a:spcBef>
                <a:spcPts val="0"/>
              </a:spcBef>
              <a:spcAft>
                <a:spcPts val="0"/>
              </a:spcAft>
              <a:buClr>
                <a:schemeClr val="dk1"/>
              </a:buClr>
              <a:buSzPts val="1600"/>
              <a:buFont typeface="Roboto"/>
              <a:buChar char="●"/>
              <a:defRPr b="0" i="0" sz="16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pic>
        <p:nvPicPr>
          <p:cNvPr id="193" name="Google Shape;193;p30"/>
          <p:cNvPicPr preferRelativeResize="0"/>
          <p:nvPr/>
        </p:nvPicPr>
        <p:blipFill rotWithShape="1">
          <a:blip r:embed="rId1">
            <a:alphaModFix/>
          </a:blip>
          <a:srcRect b="0" l="0" r="0" t="0"/>
          <a:stretch/>
        </p:blipFill>
        <p:spPr>
          <a:xfrm>
            <a:off x="8625450" y="94276"/>
            <a:ext cx="476900" cy="4769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5">
          <p15:clr>
            <a:srgbClr val="EA4335"/>
          </p15:clr>
        </p15:guide>
        <p15:guide id="2" pos="168">
          <p15:clr>
            <a:srgbClr val="EA4335"/>
          </p15:clr>
        </p15:guide>
        <p15:guide id="3" orient="horz" pos="2354">
          <p15:clr>
            <a:srgbClr val="EA4335"/>
          </p15:clr>
        </p15:guide>
        <p15:guide id="4" pos="4104">
          <p15:clr>
            <a:srgbClr val="EA4335"/>
          </p15:clr>
        </p15:guide>
        <p15:guide id="5" orient="horz" pos="639">
          <p15:clr>
            <a:srgbClr val="F26B43"/>
          </p15:clr>
        </p15:guide>
        <p15:guide id="6" orient="horz" pos="788">
          <p15:clr>
            <a:srgbClr val="F26B43"/>
          </p15:clr>
        </p15:guide>
        <p15:guide id="7" orient="horz" pos="3067">
          <p15:clr>
            <a:srgbClr val="F26B43"/>
          </p15:clr>
        </p15:guide>
        <p15:guide id="8" pos="5549">
          <p15:clr>
            <a:srgbClr val="F26B43"/>
          </p15:clr>
        </p15:guide>
        <p15:guide id="9" orient="horz" pos="293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58" name="Shape 358"/>
        <p:cNvGrpSpPr/>
        <p:nvPr/>
      </p:nvGrpSpPr>
      <p:grpSpPr>
        <a:xfrm>
          <a:off x="0" y="0"/>
          <a:ext cx="0" cy="0"/>
          <a:chOff x="0" y="0"/>
          <a:chExt cx="0" cy="0"/>
        </a:xfrm>
      </p:grpSpPr>
      <p:sp>
        <p:nvSpPr>
          <p:cNvPr id="359" name="Google Shape;359;g3d088728187_0_2570"/>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60" name="Google Shape;360;g3d088728187_0_2570"/>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30200" lvl="1" marL="914400" marR="0" rtl="0" algn="l">
              <a:lnSpc>
                <a:spcPct val="115000"/>
              </a:lnSpc>
              <a:spcBef>
                <a:spcPts val="0"/>
              </a:spcBef>
              <a:spcAft>
                <a:spcPts val="0"/>
              </a:spcAft>
              <a:buClr>
                <a:schemeClr val="dk1"/>
              </a:buClr>
              <a:buSzPts val="1600"/>
              <a:buFont typeface="Roboto"/>
              <a:buChar char="●"/>
              <a:defRPr b="0" i="0" sz="16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pic>
        <p:nvPicPr>
          <p:cNvPr id="361" name="Google Shape;361;g3d088728187_0_2570"/>
          <p:cNvPicPr preferRelativeResize="0"/>
          <p:nvPr/>
        </p:nvPicPr>
        <p:blipFill rotWithShape="1">
          <a:blip r:embed="rId1">
            <a:alphaModFix/>
          </a:blip>
          <a:srcRect b="0" l="0" r="0" t="0"/>
          <a:stretch/>
        </p:blipFill>
        <p:spPr>
          <a:xfrm>
            <a:off x="8625449" y="94275"/>
            <a:ext cx="476900" cy="4769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13">
          <p15:clr>
            <a:srgbClr val="EA4335"/>
          </p15:clr>
        </p15:guide>
        <p15:guide id="2" pos="288">
          <p15:clr>
            <a:srgbClr val="EA4335"/>
          </p15:clr>
        </p15:guide>
        <p15:guide id="3" orient="horz" pos="3138">
          <p15:clr>
            <a:srgbClr val="EA4335"/>
          </p15:clr>
        </p15:guide>
        <p15:guide id="4" pos="5472">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2" name="Shape 482"/>
        <p:cNvGrpSpPr/>
        <p:nvPr/>
      </p:nvGrpSpPr>
      <p:grpSpPr>
        <a:xfrm>
          <a:off x="0" y="0"/>
          <a:ext cx="0" cy="0"/>
          <a:chOff x="0" y="0"/>
          <a:chExt cx="0" cy="0"/>
        </a:xfrm>
      </p:grpSpPr>
      <p:sp>
        <p:nvSpPr>
          <p:cNvPr id="483" name="Google Shape;483;g3d088728187_0_1423"/>
          <p:cNvSpPr txBox="1"/>
          <p:nvPr>
            <p:ph type="title"/>
          </p:nvPr>
        </p:nvSpPr>
        <p:spPr>
          <a:xfrm>
            <a:off x="159300" y="91450"/>
            <a:ext cx="82425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84" name="Google Shape;484;g3d088728187_0_1423"/>
          <p:cNvSpPr txBox="1"/>
          <p:nvPr>
            <p:ph idx="1" type="body"/>
          </p:nvPr>
        </p:nvSpPr>
        <p:spPr>
          <a:xfrm>
            <a:off x="1593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30200" lvl="1" marL="914400" marR="0" rtl="0" algn="l">
              <a:lnSpc>
                <a:spcPct val="115000"/>
              </a:lnSpc>
              <a:spcBef>
                <a:spcPts val="0"/>
              </a:spcBef>
              <a:spcAft>
                <a:spcPts val="0"/>
              </a:spcAft>
              <a:buClr>
                <a:schemeClr val="dk1"/>
              </a:buClr>
              <a:buSzPts val="1600"/>
              <a:buFont typeface="Roboto"/>
              <a:buChar char="●"/>
              <a:defRPr b="0" i="0" sz="16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pic>
        <p:nvPicPr>
          <p:cNvPr id="485" name="Google Shape;485;g3d088728187_0_1423"/>
          <p:cNvPicPr preferRelativeResize="0"/>
          <p:nvPr/>
        </p:nvPicPr>
        <p:blipFill rotWithShape="1">
          <a:blip r:embed="rId1">
            <a:alphaModFix/>
          </a:blip>
          <a:srcRect b="0" l="0" r="0" t="0"/>
          <a:stretch/>
        </p:blipFill>
        <p:spPr>
          <a:xfrm>
            <a:off x="8625449" y="94275"/>
            <a:ext cx="476900" cy="4769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13">
          <p15:clr>
            <a:srgbClr val="EA4335"/>
          </p15:clr>
        </p15:guide>
        <p15:guide id="2" pos="288">
          <p15:clr>
            <a:srgbClr val="EA4335"/>
          </p15:clr>
        </p15:guide>
        <p15:guide id="3" orient="horz" pos="3137">
          <p15:clr>
            <a:srgbClr val="EA4335"/>
          </p15:clr>
        </p15:guide>
        <p15:guide id="4" pos="547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0.png"/><Relationship Id="rId4"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hyperlink" Target="https://docs.snaplogic.com/pattern-library/pattern-library-about.html" TargetMode="External"/><Relationship Id="rId4" Type="http://schemas.openxmlformats.org/officeDocument/2006/relationships/hyperlink" Target="https://www.enterpriseintegrationpatterns.com/patterns/messaging/" TargetMode="External"/><Relationship Id="rId5" Type="http://schemas.openxmlformats.org/officeDocument/2006/relationships/image" Target="../media/image16.png"/><Relationship Id="rId6"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hyperlink" Target="https://docs.snaplogic.com/pattern-library/pattern-library-about.html" TargetMode="External"/><Relationship Id="rId4" Type="http://schemas.openxmlformats.org/officeDocument/2006/relationships/hyperlink" Target="https://www.enterpriseintegrationpatterns.com/patterns/messaging/" TargetMode="External"/><Relationship Id="rId5" Type="http://schemas.openxmlformats.org/officeDocument/2006/relationships/image" Target="../media/image24.png"/><Relationship Id="rId6"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hyperlink" Target="https://docs.snaplogic.com/pattern-library/pattern-library-about.html" TargetMode="External"/><Relationship Id="rId4" Type="http://schemas.openxmlformats.org/officeDocument/2006/relationships/hyperlink" Target="https://www.enterpriseintegrationpatterns.com/patterns/messaging/" TargetMode="External"/><Relationship Id="rId5"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 Id="rId3" Type="http://schemas.openxmlformats.org/officeDocument/2006/relationships/image" Target="../media/image38.png"/><Relationship Id="rId4" Type="http://schemas.openxmlformats.org/officeDocument/2006/relationships/image" Target="../media/image20.png"/><Relationship Id="rId9" Type="http://schemas.openxmlformats.org/officeDocument/2006/relationships/image" Target="../media/image53.png"/><Relationship Id="rId5" Type="http://schemas.openxmlformats.org/officeDocument/2006/relationships/image" Target="../media/image51.png"/><Relationship Id="rId6" Type="http://schemas.openxmlformats.org/officeDocument/2006/relationships/image" Target="../media/image34.png"/><Relationship Id="rId7" Type="http://schemas.openxmlformats.org/officeDocument/2006/relationships/image" Target="../media/image55.png"/><Relationship Id="rId8" Type="http://schemas.openxmlformats.org/officeDocument/2006/relationships/image" Target="../media/image23.png"/><Relationship Id="rId10"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9.xml"/><Relationship Id="rId3" Type="http://schemas.openxmlformats.org/officeDocument/2006/relationships/image" Target="../media/image42.png"/><Relationship Id="rId4" Type="http://schemas.openxmlformats.org/officeDocument/2006/relationships/image" Target="../media/image56.png"/><Relationship Id="rId5"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3.xml"/><Relationship Id="rId3"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39.png"/><Relationship Id="rId5"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image" Target="../media/image40.png"/><Relationship Id="rId4" Type="http://schemas.openxmlformats.org/officeDocument/2006/relationships/image" Target="../media/image47.png"/><Relationship Id="rId5"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0.xml"/><Relationship Id="rId3" Type="http://schemas.openxmlformats.org/officeDocument/2006/relationships/image" Target="../media/image54.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60.png"/><Relationship Id="rId5" Type="http://schemas.openxmlformats.org/officeDocument/2006/relationships/image" Target="../media/image6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 Id="rId3" Type="http://schemas.openxmlformats.org/officeDocument/2006/relationships/hyperlink" Target="about:blank" TargetMode="Externa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 Id="rId3"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hyperlink" Target="https://docs.dynatrace.com/docs/ingest-from/opentelemetry/collector" TargetMode="External"/><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0.xml"/><Relationship Id="rId3" Type="http://schemas.openxmlformats.org/officeDocument/2006/relationships/image" Target="../media/image6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1.xml"/><Relationship Id="rId3" Type="http://schemas.openxmlformats.org/officeDocument/2006/relationships/image" Target="../media/image44.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2.xml"/><Relationship Id="rId3" Type="http://schemas.openxmlformats.org/officeDocument/2006/relationships/image" Target="../media/image48.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3.xml"/><Relationship Id="rId3" Type="http://schemas.openxmlformats.org/officeDocument/2006/relationships/image" Target="../media/image52.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
          <p:cNvSpPr txBox="1"/>
          <p:nvPr>
            <p:ph idx="1" type="subTitle"/>
          </p:nvPr>
        </p:nvSpPr>
        <p:spPr>
          <a:xfrm>
            <a:off x="1179150" y="2385125"/>
            <a:ext cx="6489600" cy="4203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SzPts val="2000"/>
              <a:buNone/>
            </a:pPr>
            <a:r>
              <a:t/>
            </a:r>
            <a:endParaRPr sz="1700"/>
          </a:p>
        </p:txBody>
      </p:sp>
      <p:sp>
        <p:nvSpPr>
          <p:cNvPr id="695" name="Google Shape;695;p1"/>
          <p:cNvSpPr txBox="1"/>
          <p:nvPr>
            <p:ph idx="2" type="subTitle"/>
          </p:nvPr>
        </p:nvSpPr>
        <p:spPr>
          <a:xfrm>
            <a:off x="365750" y="4138150"/>
            <a:ext cx="6489600" cy="803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400"/>
              <a:buNone/>
            </a:pPr>
            <a:r>
              <a:rPr lang="en"/>
              <a:t>Ram Bysani</a:t>
            </a:r>
            <a:br>
              <a:rPr lang="en"/>
            </a:br>
            <a:r>
              <a:rPr lang="en"/>
              <a:t>Ent. Architect</a:t>
            </a:r>
            <a:endParaRPr>
              <a:solidFill>
                <a:schemeClr val="accent3"/>
              </a:solidFill>
            </a:endParaRPr>
          </a:p>
        </p:txBody>
      </p:sp>
      <p:sp>
        <p:nvSpPr>
          <p:cNvPr id="696" name="Google Shape;696;p1"/>
          <p:cNvSpPr txBox="1"/>
          <p:nvPr>
            <p:ph type="ctrTitle"/>
          </p:nvPr>
        </p:nvSpPr>
        <p:spPr>
          <a:xfrm>
            <a:off x="328975" y="1632825"/>
            <a:ext cx="8567700" cy="668400"/>
          </a:xfrm>
          <a:prstGeom prst="rect">
            <a:avLst/>
          </a:prstGeom>
          <a:noFill/>
          <a:ln>
            <a:noFill/>
          </a:ln>
        </p:spPr>
        <p:txBody>
          <a:bodyPr anchorCtr="0" anchor="b" bIns="91425" lIns="91425" spcFirstLastPara="1" rIns="91425" wrap="square" tIns="91425">
            <a:noAutofit/>
          </a:bodyPr>
          <a:lstStyle/>
          <a:p>
            <a:pPr indent="0" lvl="0" marL="0" rtl="0" algn="ctr">
              <a:lnSpc>
                <a:spcPct val="90000"/>
              </a:lnSpc>
              <a:spcBef>
                <a:spcPts val="0"/>
              </a:spcBef>
              <a:spcAft>
                <a:spcPts val="0"/>
              </a:spcAft>
              <a:buClr>
                <a:schemeClr val="dk2"/>
              </a:buClr>
              <a:buSzPts val="2700"/>
              <a:buFont typeface="Arial"/>
              <a:buNone/>
            </a:pPr>
            <a:r>
              <a:rPr b="1" lang="en" sz="3000">
                <a:latin typeface="Century Gothic"/>
                <a:ea typeface="Century Gothic"/>
                <a:cs typeface="Century Gothic"/>
                <a:sym typeface="Century Gothic"/>
              </a:rPr>
              <a:t>Pipeline Patterns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cc529176c1_0_389"/>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110000"/>
              </a:lnSpc>
              <a:spcBef>
                <a:spcPts val="0"/>
              </a:spcBef>
              <a:spcAft>
                <a:spcPts val="0"/>
              </a:spcAft>
              <a:buClr>
                <a:schemeClr val="accent6"/>
              </a:buClr>
              <a:buSzPct val="75000"/>
              <a:buFont typeface="Century Gothic"/>
              <a:buNone/>
            </a:pPr>
            <a:r>
              <a:rPr lang="en"/>
              <a:t>Overview</a:t>
            </a:r>
            <a:endParaRPr/>
          </a:p>
        </p:txBody>
      </p:sp>
      <p:sp>
        <p:nvSpPr>
          <p:cNvPr id="702" name="Google Shape;702;g3cc529176c1_0_389"/>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703" name="Google Shape;703;g3cc529176c1_0_389"/>
          <p:cNvSpPr txBox="1"/>
          <p:nvPr/>
        </p:nvSpPr>
        <p:spPr>
          <a:xfrm>
            <a:off x="591963" y="2352980"/>
            <a:ext cx="44910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704" name="Google Shape;704;g3cc529176c1_0_389"/>
          <p:cNvPicPr preferRelativeResize="0"/>
          <p:nvPr/>
        </p:nvPicPr>
        <p:blipFill rotWithShape="1">
          <a:blip r:embed="rId3">
            <a:alphaModFix/>
          </a:blip>
          <a:srcRect b="0" l="20" r="20" t="0"/>
          <a:stretch/>
        </p:blipFill>
        <p:spPr>
          <a:xfrm>
            <a:off x="3199626" y="1330871"/>
            <a:ext cx="1064425" cy="1064855"/>
          </a:xfrm>
          <a:prstGeom prst="rect">
            <a:avLst/>
          </a:prstGeom>
          <a:noFill/>
          <a:ln>
            <a:noFill/>
          </a:ln>
        </p:spPr>
      </p:pic>
      <p:sp>
        <p:nvSpPr>
          <p:cNvPr id="705" name="Google Shape;705;g3cc529176c1_0_389"/>
          <p:cNvSpPr txBox="1"/>
          <p:nvPr/>
        </p:nvSpPr>
        <p:spPr>
          <a:xfrm>
            <a:off x="2767950" y="2816025"/>
            <a:ext cx="20376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Roboto"/>
                <a:ea typeface="Roboto"/>
                <a:cs typeface="Roboto"/>
                <a:sym typeface="Roboto"/>
              </a:rPr>
              <a:t>Establish a pattern-based approach within the Pipeline development lifecycle, identifying common patterns for re-use across the organization</a:t>
            </a:r>
            <a:endParaRPr b="0" i="0" sz="1200" u="none" cap="none" strike="noStrike">
              <a:solidFill>
                <a:srgbClr val="000000"/>
              </a:solidFill>
              <a:latin typeface="Roboto"/>
              <a:ea typeface="Roboto"/>
              <a:cs typeface="Roboto"/>
              <a:sym typeface="Roboto"/>
            </a:endParaRPr>
          </a:p>
        </p:txBody>
      </p:sp>
      <p:pic>
        <p:nvPicPr>
          <p:cNvPr id="706" name="Google Shape;706;g3cc529176c1_0_389"/>
          <p:cNvPicPr preferRelativeResize="0"/>
          <p:nvPr/>
        </p:nvPicPr>
        <p:blipFill rotWithShape="1">
          <a:blip r:embed="rId4">
            <a:alphaModFix/>
          </a:blip>
          <a:srcRect b="0" l="20" r="20" t="0"/>
          <a:stretch/>
        </p:blipFill>
        <p:spPr>
          <a:xfrm>
            <a:off x="295500" y="1385275"/>
            <a:ext cx="1190425" cy="1190900"/>
          </a:xfrm>
          <a:prstGeom prst="rect">
            <a:avLst/>
          </a:prstGeom>
          <a:noFill/>
          <a:ln>
            <a:noFill/>
          </a:ln>
        </p:spPr>
      </p:pic>
      <p:sp>
        <p:nvSpPr>
          <p:cNvPr id="707" name="Google Shape;707;g3cc529176c1_0_389"/>
          <p:cNvSpPr txBox="1"/>
          <p:nvPr/>
        </p:nvSpPr>
        <p:spPr>
          <a:xfrm>
            <a:off x="102675" y="2879975"/>
            <a:ext cx="19437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Roboto"/>
                <a:ea typeface="Roboto"/>
                <a:cs typeface="Roboto"/>
                <a:sym typeface="Roboto"/>
              </a:rPr>
              <a:t>Pipelines are an ‘asset’ and can proliferate within an organization resulting in additional maintenance overhead</a:t>
            </a:r>
            <a:endParaRPr b="0" i="0" sz="1200" u="none" cap="none" strike="noStrike">
              <a:solidFill>
                <a:schemeClr val="dk2"/>
              </a:solidFill>
              <a:latin typeface="Roboto"/>
              <a:ea typeface="Roboto"/>
              <a:cs typeface="Roboto"/>
              <a:sym typeface="Roboto"/>
            </a:endParaRPr>
          </a:p>
        </p:txBody>
      </p:sp>
      <p:sp>
        <p:nvSpPr>
          <p:cNvPr id="708" name="Google Shape;708;g3cc529176c1_0_389"/>
          <p:cNvSpPr txBox="1"/>
          <p:nvPr/>
        </p:nvSpPr>
        <p:spPr>
          <a:xfrm>
            <a:off x="295500" y="819600"/>
            <a:ext cx="1943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Roboto"/>
                <a:ea typeface="Roboto"/>
                <a:cs typeface="Roboto"/>
                <a:sym typeface="Roboto"/>
              </a:rPr>
              <a:t>Challenge</a:t>
            </a:r>
            <a:endParaRPr b="0" i="0" sz="1600" u="none" cap="none" strike="noStrike">
              <a:solidFill>
                <a:srgbClr val="000000"/>
              </a:solidFill>
              <a:latin typeface="Arial"/>
              <a:ea typeface="Arial"/>
              <a:cs typeface="Arial"/>
              <a:sym typeface="Arial"/>
            </a:endParaRPr>
          </a:p>
        </p:txBody>
      </p:sp>
      <p:sp>
        <p:nvSpPr>
          <p:cNvPr id="709" name="Google Shape;709;g3cc529176c1_0_389"/>
          <p:cNvSpPr txBox="1"/>
          <p:nvPr/>
        </p:nvSpPr>
        <p:spPr>
          <a:xfrm>
            <a:off x="3277488" y="828600"/>
            <a:ext cx="90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Roboto"/>
                <a:ea typeface="Roboto"/>
                <a:cs typeface="Roboto"/>
                <a:sym typeface="Roboto"/>
              </a:rPr>
              <a:t>Solution</a:t>
            </a:r>
            <a:endParaRPr b="0" i="0" sz="1600" u="none" cap="none" strike="noStrike">
              <a:solidFill>
                <a:srgbClr val="000000"/>
              </a:solidFill>
              <a:latin typeface="Arial"/>
              <a:ea typeface="Arial"/>
              <a:cs typeface="Arial"/>
              <a:sym typeface="Arial"/>
            </a:endParaRPr>
          </a:p>
        </p:txBody>
      </p:sp>
      <p:sp>
        <p:nvSpPr>
          <p:cNvPr id="710" name="Google Shape;710;g3cc529176c1_0_389"/>
          <p:cNvSpPr txBox="1"/>
          <p:nvPr/>
        </p:nvSpPr>
        <p:spPr>
          <a:xfrm>
            <a:off x="5082975" y="411975"/>
            <a:ext cx="3780600" cy="4565400"/>
          </a:xfrm>
          <a:prstGeom prst="rect">
            <a:avLst/>
          </a:prstGeom>
          <a:noFill/>
          <a:ln>
            <a:noFill/>
          </a:ln>
        </p:spPr>
        <p:txBody>
          <a:bodyPr anchorCtr="0" anchor="t" bIns="34275" lIns="68575" spcFirstLastPara="1" rIns="68575" wrap="square" tIns="34275">
            <a:spAutoFit/>
          </a:bodyPr>
          <a:lstStyle/>
          <a:p>
            <a:pPr indent="-311150" lvl="0" marL="457200" marR="0" rtl="0" algn="l">
              <a:lnSpc>
                <a:spcPct val="115000"/>
              </a:lnSpc>
              <a:spcBef>
                <a:spcPts val="1200"/>
              </a:spcBef>
              <a:spcAft>
                <a:spcPts val="0"/>
              </a:spcAft>
              <a:buClr>
                <a:srgbClr val="000000"/>
              </a:buClr>
              <a:buSzPts val="1300"/>
              <a:buFont typeface="Roboto"/>
              <a:buChar char="●"/>
            </a:pPr>
            <a:r>
              <a:rPr b="0" i="0" lang="en" sz="1300" u="none" cap="none" strike="noStrike">
                <a:solidFill>
                  <a:srgbClr val="980000"/>
                </a:solidFill>
                <a:latin typeface="Roboto"/>
                <a:ea typeface="Roboto"/>
                <a:cs typeface="Roboto"/>
                <a:sym typeface="Roboto"/>
              </a:rPr>
              <a:t>A pattern refers to a “</a:t>
            </a:r>
            <a:r>
              <a:rPr b="1" i="1" lang="en" sz="1300" u="none" cap="none" strike="noStrike">
                <a:solidFill>
                  <a:srgbClr val="980000"/>
                </a:solidFill>
                <a:latin typeface="Roboto"/>
                <a:ea typeface="Roboto"/>
                <a:cs typeface="Roboto"/>
                <a:sym typeface="Roboto"/>
              </a:rPr>
              <a:t>reusable solution or design template that addresses common challenges and problems that arise when integrating various databases, applications, or services within an enterprise environment</a:t>
            </a:r>
            <a:r>
              <a:rPr b="0" i="0" lang="en" sz="1300" u="none" cap="none" strike="noStrike">
                <a:solidFill>
                  <a:srgbClr val="980000"/>
                </a:solidFill>
                <a:latin typeface="Roboto"/>
                <a:ea typeface="Roboto"/>
                <a:cs typeface="Roboto"/>
                <a:sym typeface="Roboto"/>
              </a:rPr>
              <a:t>”</a:t>
            </a:r>
            <a:br>
              <a:rPr b="0" i="0" lang="en" sz="1300" u="none" cap="none" strike="noStrike">
                <a:solidFill>
                  <a:srgbClr val="000000"/>
                </a:solidFill>
                <a:latin typeface="Roboto"/>
                <a:ea typeface="Roboto"/>
                <a:cs typeface="Roboto"/>
                <a:sym typeface="Roboto"/>
              </a:rPr>
            </a:br>
            <a:endParaRPr b="0" i="0" sz="1300" u="none" cap="none" strike="noStrike">
              <a:solidFill>
                <a:srgbClr val="000000"/>
              </a:solidFill>
              <a:latin typeface="Roboto"/>
              <a:ea typeface="Roboto"/>
              <a:cs typeface="Roboto"/>
              <a:sym typeface="Roboto"/>
            </a:endParaRPr>
          </a:p>
          <a:p>
            <a:pPr indent="-311150" lvl="0" marL="457200" marR="0" rtl="0" algn="l">
              <a:lnSpc>
                <a:spcPct val="115000"/>
              </a:lnSpc>
              <a:spcBef>
                <a:spcPts val="0"/>
              </a:spcBef>
              <a:spcAft>
                <a:spcPts val="0"/>
              </a:spcAft>
              <a:buClr>
                <a:srgbClr val="000000"/>
              </a:buClr>
              <a:buSzPts val="1300"/>
              <a:buFont typeface="Roboto"/>
              <a:buChar char="●"/>
            </a:pPr>
            <a:r>
              <a:rPr b="0" i="0" lang="en" sz="1300" u="none" cap="none" strike="noStrike">
                <a:solidFill>
                  <a:schemeClr val="dk1"/>
                </a:solidFill>
                <a:latin typeface="Roboto"/>
                <a:ea typeface="Roboto"/>
                <a:cs typeface="Roboto"/>
                <a:sym typeface="Roboto"/>
              </a:rPr>
              <a:t>Patterns provide a structured and proven approach to tackle specific integration tasks and promote best practices in developing robust, scalable, and maintainable integration solutions</a:t>
            </a:r>
            <a:br>
              <a:rPr b="0" i="0" lang="en" sz="1300" u="none" cap="none" strike="noStrike">
                <a:solidFill>
                  <a:srgbClr val="000000"/>
                </a:solidFill>
                <a:latin typeface="Roboto"/>
                <a:ea typeface="Roboto"/>
                <a:cs typeface="Roboto"/>
                <a:sym typeface="Roboto"/>
              </a:rPr>
            </a:br>
            <a:endParaRPr b="0" i="0" sz="1300" u="none" cap="none" strike="noStrike">
              <a:solidFill>
                <a:srgbClr val="000000"/>
              </a:solidFill>
              <a:latin typeface="Roboto"/>
              <a:ea typeface="Roboto"/>
              <a:cs typeface="Roboto"/>
              <a:sym typeface="Roboto"/>
            </a:endParaRPr>
          </a:p>
          <a:p>
            <a:pPr indent="-311150" lvl="0" marL="457200" marR="0" rtl="0" algn="l">
              <a:lnSpc>
                <a:spcPct val="115000"/>
              </a:lnSpc>
              <a:spcBef>
                <a:spcPts val="0"/>
              </a:spcBef>
              <a:spcAft>
                <a:spcPts val="0"/>
              </a:spcAft>
              <a:buClr>
                <a:srgbClr val="980000"/>
              </a:buClr>
              <a:buSzPts val="1300"/>
              <a:buFont typeface="Roboto"/>
              <a:buChar char="●"/>
            </a:pPr>
            <a:r>
              <a:rPr b="0" i="0" lang="en" sz="1300" u="none" cap="none" strike="noStrike">
                <a:solidFill>
                  <a:srgbClr val="980000"/>
                </a:solidFill>
                <a:latin typeface="Roboto"/>
                <a:ea typeface="Roboto"/>
                <a:cs typeface="Roboto"/>
                <a:sym typeface="Roboto"/>
              </a:rPr>
              <a:t>Patterns are not complete solutions themselves but rather </a:t>
            </a:r>
            <a:r>
              <a:rPr b="1" i="0" lang="en" sz="1300" u="none" cap="none" strike="noStrike">
                <a:solidFill>
                  <a:srgbClr val="980000"/>
                </a:solidFill>
                <a:latin typeface="Roboto"/>
                <a:ea typeface="Roboto"/>
                <a:cs typeface="Roboto"/>
                <a:sym typeface="Roboto"/>
              </a:rPr>
              <a:t>pre-established </a:t>
            </a:r>
            <a:r>
              <a:rPr b="0" i="0" lang="en" sz="1300" u="none" cap="none" strike="noStrike">
                <a:solidFill>
                  <a:srgbClr val="980000"/>
                </a:solidFill>
                <a:latin typeface="Roboto"/>
                <a:ea typeface="Roboto"/>
                <a:cs typeface="Roboto"/>
                <a:sym typeface="Roboto"/>
              </a:rPr>
              <a:t>templates that need to be implemented in the specific context of an integration project.</a:t>
            </a:r>
            <a:endParaRPr b="0" i="0" sz="1300" u="none" cap="none" strike="noStrike">
              <a:solidFill>
                <a:srgbClr val="980000"/>
              </a:solidFill>
              <a:latin typeface="Roboto"/>
              <a:ea typeface="Roboto"/>
              <a:cs typeface="Roboto"/>
              <a:sym typeface="Roboto"/>
            </a:endParaRPr>
          </a:p>
          <a:p>
            <a:pPr indent="0" lvl="0" marL="0" marR="0" rtl="0" algn="l">
              <a:lnSpc>
                <a:spcPct val="100000"/>
              </a:lnSpc>
              <a:spcBef>
                <a:spcPts val="1200"/>
              </a:spcBef>
              <a:spcAft>
                <a:spcPts val="0"/>
              </a:spcAft>
              <a:buClr>
                <a:srgbClr val="000000"/>
              </a:buClr>
              <a:buSzPts val="1300"/>
              <a:buFont typeface="Arial"/>
              <a:buNone/>
            </a:pPr>
            <a:r>
              <a:t/>
            </a:r>
            <a:endParaRPr b="0" i="0" sz="13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cae20b75a1_0_1826"/>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800" u="none" cap="none" strike="noStrike">
                <a:solidFill>
                  <a:schemeClr val="dk1"/>
                </a:solidFill>
                <a:latin typeface="Poppins Medium"/>
                <a:ea typeface="Poppins Medium"/>
                <a:cs typeface="Poppins Medium"/>
                <a:sym typeface="Poppins Medium"/>
              </a:rPr>
              <a:t>Patterns - User defined and Public patterns</a:t>
            </a:r>
            <a:endParaRPr b="0" i="0" sz="1800" u="none" cap="none" strike="noStrike">
              <a:solidFill>
                <a:schemeClr val="dk1"/>
              </a:solidFill>
              <a:latin typeface="Poppins Medium"/>
              <a:ea typeface="Poppins Medium"/>
              <a:cs typeface="Poppins Medium"/>
              <a:sym typeface="Poppins Medium"/>
            </a:endParaRPr>
          </a:p>
        </p:txBody>
      </p:sp>
      <p:sp>
        <p:nvSpPr>
          <p:cNvPr id="716" name="Google Shape;716;g3cae20b75a1_0_1826"/>
          <p:cNvSpPr txBox="1"/>
          <p:nvPr>
            <p:ph type="title"/>
          </p:nvPr>
        </p:nvSpPr>
        <p:spPr>
          <a:xfrm>
            <a:off x="44525" y="4800600"/>
            <a:ext cx="8807700" cy="35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a:t>https://docs.snaplogic.com/pattern-library/pattern-library-about.html</a:t>
            </a:r>
            <a:endParaRPr sz="1100"/>
          </a:p>
        </p:txBody>
      </p:sp>
      <p:sp>
        <p:nvSpPr>
          <p:cNvPr id="717" name="Google Shape;717;g3cae20b75a1_0_1826"/>
          <p:cNvSpPr txBox="1"/>
          <p:nvPr/>
        </p:nvSpPr>
        <p:spPr>
          <a:xfrm>
            <a:off x="166325" y="694325"/>
            <a:ext cx="4549800" cy="134820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rgbClr val="000000"/>
              </a:buClr>
              <a:buSzPts val="1400"/>
              <a:buFont typeface="Arial"/>
              <a:buNone/>
            </a:pPr>
            <a:r>
              <a:rPr b="1" i="0" lang="en" sz="1400" u="none" cap="none" strike="noStrike">
                <a:solidFill>
                  <a:srgbClr val="980000"/>
                </a:solidFill>
                <a:latin typeface="Calibri"/>
                <a:ea typeface="Calibri"/>
                <a:cs typeface="Calibri"/>
                <a:sym typeface="Calibri"/>
              </a:rPr>
              <a:t>Public Pattern library</a:t>
            </a: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Reusable templates for common use cases.</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Search, Select, and Use.</a:t>
            </a:r>
            <a:endParaRPr b="0"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p:txBody>
      </p:sp>
      <p:sp>
        <p:nvSpPr>
          <p:cNvPr id="718" name="Google Shape;718;g3cae20b75a1_0_1826"/>
          <p:cNvSpPr txBox="1"/>
          <p:nvPr/>
        </p:nvSpPr>
        <p:spPr>
          <a:xfrm>
            <a:off x="4814250" y="694325"/>
            <a:ext cx="4101600" cy="111120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rgbClr val="000000"/>
              </a:buClr>
              <a:buSzPts val="1400"/>
              <a:buFont typeface="Arial"/>
              <a:buNone/>
            </a:pPr>
            <a:r>
              <a:rPr b="1" i="0" lang="en" sz="1400" u="none" cap="none" strike="noStrike">
                <a:solidFill>
                  <a:srgbClr val="980000"/>
                </a:solidFill>
                <a:latin typeface="Calibri"/>
                <a:ea typeface="Calibri"/>
                <a:cs typeface="Calibri"/>
                <a:sym typeface="Calibri"/>
              </a:rPr>
              <a:t>User defined patterns</a:t>
            </a:r>
            <a:endParaRPr b="1"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Create your own patterns within Pattern projects. Pipelines appear under </a:t>
            </a:r>
            <a:r>
              <a:rPr b="0" i="1" lang="en" sz="1400" u="none" cap="none" strike="noStrike">
                <a:solidFill>
                  <a:srgbClr val="980000"/>
                </a:solidFill>
                <a:latin typeface="Calibri"/>
                <a:ea typeface="Calibri"/>
                <a:cs typeface="Calibri"/>
                <a:sym typeface="Calibri"/>
              </a:rPr>
              <a:t>Patterns.</a:t>
            </a:r>
            <a:endParaRPr b="0" i="1" sz="1400" u="none" cap="none" strike="noStrike">
              <a:solidFill>
                <a:srgbClr val="980000"/>
              </a:solidFill>
              <a:latin typeface="Calibri"/>
              <a:ea typeface="Calibri"/>
              <a:cs typeface="Calibri"/>
              <a:sym typeface="Calibri"/>
            </a:endParaRPr>
          </a:p>
        </p:txBody>
      </p:sp>
      <p:pic>
        <p:nvPicPr>
          <p:cNvPr id="719" name="Google Shape;719;g3cae20b75a1_0_1826"/>
          <p:cNvPicPr preferRelativeResize="0"/>
          <p:nvPr/>
        </p:nvPicPr>
        <p:blipFill rotWithShape="1">
          <a:blip r:embed="rId3">
            <a:alphaModFix/>
          </a:blip>
          <a:srcRect b="0" l="0" r="0" t="0"/>
          <a:stretch/>
        </p:blipFill>
        <p:spPr>
          <a:xfrm>
            <a:off x="8077475" y="785698"/>
            <a:ext cx="636832" cy="486000"/>
          </a:xfrm>
          <a:prstGeom prst="rect">
            <a:avLst/>
          </a:prstGeom>
          <a:noFill/>
          <a:ln>
            <a:noFill/>
          </a:ln>
        </p:spPr>
      </p:pic>
      <p:pic>
        <p:nvPicPr>
          <p:cNvPr id="720" name="Google Shape;720;g3cae20b75a1_0_1826"/>
          <p:cNvPicPr preferRelativeResize="0"/>
          <p:nvPr/>
        </p:nvPicPr>
        <p:blipFill rotWithShape="1">
          <a:blip r:embed="rId4">
            <a:alphaModFix/>
          </a:blip>
          <a:srcRect b="0" l="0" r="0" t="0"/>
          <a:stretch/>
        </p:blipFill>
        <p:spPr>
          <a:xfrm>
            <a:off x="166325" y="1973775"/>
            <a:ext cx="2764450" cy="2742925"/>
          </a:xfrm>
          <a:prstGeom prst="rect">
            <a:avLst/>
          </a:prstGeom>
          <a:noFill/>
          <a:ln>
            <a:noFill/>
          </a:ln>
        </p:spPr>
      </p:pic>
      <p:pic>
        <p:nvPicPr>
          <p:cNvPr id="721" name="Google Shape;721;g3cae20b75a1_0_1826"/>
          <p:cNvPicPr preferRelativeResize="0"/>
          <p:nvPr/>
        </p:nvPicPr>
        <p:blipFill rotWithShape="1">
          <a:blip r:embed="rId5">
            <a:alphaModFix/>
          </a:blip>
          <a:srcRect b="0" l="0" r="0" t="0"/>
          <a:stretch/>
        </p:blipFill>
        <p:spPr>
          <a:xfrm>
            <a:off x="4860050" y="1907825"/>
            <a:ext cx="4055799" cy="1978975"/>
          </a:xfrm>
          <a:prstGeom prst="rect">
            <a:avLst/>
          </a:prstGeom>
          <a:noFill/>
          <a:ln>
            <a:noFill/>
          </a:ln>
        </p:spPr>
      </p:pic>
      <p:sp>
        <p:nvSpPr>
          <p:cNvPr id="722" name="Google Shape;722;g3cae20b75a1_0_1826"/>
          <p:cNvSpPr/>
          <p:nvPr/>
        </p:nvSpPr>
        <p:spPr>
          <a:xfrm>
            <a:off x="375500" y="3791675"/>
            <a:ext cx="1666800" cy="486000"/>
          </a:xfrm>
          <a:prstGeom prst="roundRect">
            <a:avLst>
              <a:gd fmla="val 16667" name="adj"/>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Roboto"/>
              <a:ea typeface="Roboto"/>
              <a:cs typeface="Roboto"/>
              <a:sym typeface="Roboto"/>
            </a:endParaRPr>
          </a:p>
        </p:txBody>
      </p:sp>
      <p:sp>
        <p:nvSpPr>
          <p:cNvPr id="723" name="Google Shape;723;g3cae20b75a1_0_1826"/>
          <p:cNvSpPr/>
          <p:nvPr/>
        </p:nvSpPr>
        <p:spPr>
          <a:xfrm>
            <a:off x="6515100" y="2570250"/>
            <a:ext cx="1834200" cy="354000"/>
          </a:xfrm>
          <a:prstGeom prst="roundRect">
            <a:avLst>
              <a:gd fmla="val 16667" name="adj"/>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Roboto"/>
              <a:ea typeface="Roboto"/>
              <a:cs typeface="Roboto"/>
              <a:sym typeface="Roboto"/>
            </a:endParaRPr>
          </a:p>
        </p:txBody>
      </p:sp>
      <p:pic>
        <p:nvPicPr>
          <p:cNvPr id="724" name="Google Shape;724;g3cae20b75a1_0_1826"/>
          <p:cNvPicPr preferRelativeResize="0"/>
          <p:nvPr/>
        </p:nvPicPr>
        <p:blipFill rotWithShape="1">
          <a:blip r:embed="rId6">
            <a:alphaModFix/>
          </a:blip>
          <a:srcRect b="0" l="0" r="0" t="0"/>
          <a:stretch/>
        </p:blipFill>
        <p:spPr>
          <a:xfrm>
            <a:off x="5158475" y="3989088"/>
            <a:ext cx="3212748" cy="811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d088728187_0_1107"/>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800" u="none" cap="none" strike="noStrike">
                <a:solidFill>
                  <a:schemeClr val="dk1"/>
                </a:solidFill>
                <a:latin typeface="Poppins Medium"/>
                <a:ea typeface="Poppins Medium"/>
                <a:cs typeface="Poppins Medium"/>
                <a:sym typeface="Poppins Medium"/>
              </a:rPr>
              <a:t>Public Pattern library</a:t>
            </a:r>
            <a:endParaRPr b="0" i="0" sz="1800" u="none" cap="none" strike="noStrike">
              <a:solidFill>
                <a:schemeClr val="dk1"/>
              </a:solidFill>
              <a:latin typeface="Poppins Medium"/>
              <a:ea typeface="Poppins Medium"/>
              <a:cs typeface="Poppins Medium"/>
              <a:sym typeface="Poppins Medium"/>
            </a:endParaRPr>
          </a:p>
        </p:txBody>
      </p:sp>
      <p:sp>
        <p:nvSpPr>
          <p:cNvPr id="730" name="Google Shape;730;g3d088728187_0_1107"/>
          <p:cNvSpPr txBox="1"/>
          <p:nvPr>
            <p:ph type="title"/>
          </p:nvPr>
        </p:nvSpPr>
        <p:spPr>
          <a:xfrm>
            <a:off x="44525" y="4800600"/>
            <a:ext cx="8807700" cy="35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a:t>https://docs.snaplogic.com/pattern-library/pattern-library-about.html</a:t>
            </a:r>
            <a:endParaRPr sz="1100"/>
          </a:p>
        </p:txBody>
      </p:sp>
      <p:pic>
        <p:nvPicPr>
          <p:cNvPr id="731" name="Google Shape;731;g3d088728187_0_1107"/>
          <p:cNvPicPr preferRelativeResize="0"/>
          <p:nvPr/>
        </p:nvPicPr>
        <p:blipFill rotWithShape="1">
          <a:blip r:embed="rId3">
            <a:alphaModFix/>
          </a:blip>
          <a:srcRect b="0" l="0" r="0" t="0"/>
          <a:stretch/>
        </p:blipFill>
        <p:spPr>
          <a:xfrm>
            <a:off x="166325" y="457300"/>
            <a:ext cx="8758098" cy="4134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cc529176c1_0_352"/>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800" u="none" cap="none" strike="noStrike">
                <a:solidFill>
                  <a:schemeClr val="dk1"/>
                </a:solidFill>
                <a:latin typeface="Poppins Medium"/>
                <a:ea typeface="Poppins Medium"/>
                <a:cs typeface="Poppins Medium"/>
                <a:sym typeface="Poppins Medium"/>
              </a:rPr>
              <a:t>User Defined Patterns</a:t>
            </a:r>
            <a:endParaRPr b="0" i="0" sz="1800" u="none" cap="none" strike="noStrike">
              <a:solidFill>
                <a:schemeClr val="dk1"/>
              </a:solidFill>
              <a:latin typeface="Poppins Medium"/>
              <a:ea typeface="Poppins Medium"/>
              <a:cs typeface="Poppins Medium"/>
              <a:sym typeface="Poppins Medium"/>
            </a:endParaRPr>
          </a:p>
        </p:txBody>
      </p:sp>
      <p:sp>
        <p:nvSpPr>
          <p:cNvPr id="737" name="Google Shape;737;g3cc529176c1_0_352"/>
          <p:cNvSpPr txBox="1"/>
          <p:nvPr>
            <p:ph type="title"/>
          </p:nvPr>
        </p:nvSpPr>
        <p:spPr>
          <a:xfrm>
            <a:off x="44525" y="4414200"/>
            <a:ext cx="8807700" cy="523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u="sng">
                <a:solidFill>
                  <a:schemeClr val="hlink"/>
                </a:solidFill>
                <a:hlinkClick r:id="rId3"/>
              </a:rPr>
              <a:t>https://docs.snaplogic.com/pattern-library/pattern-library-about.html</a:t>
            </a:r>
            <a:endParaRPr sz="1100"/>
          </a:p>
          <a:p>
            <a:pPr indent="0" lvl="0" marL="0" rtl="0" algn="l">
              <a:lnSpc>
                <a:spcPct val="100000"/>
              </a:lnSpc>
              <a:spcBef>
                <a:spcPts val="0"/>
              </a:spcBef>
              <a:spcAft>
                <a:spcPts val="0"/>
              </a:spcAft>
              <a:buSzPts val="2400"/>
              <a:buNone/>
            </a:pPr>
            <a:r>
              <a:rPr lang="en" sz="1100">
                <a:solidFill>
                  <a:schemeClr val="dk2"/>
                </a:solidFill>
                <a:highlight>
                  <a:srgbClr val="FFFFFF"/>
                </a:highlight>
                <a:latin typeface="Merriweather"/>
                <a:ea typeface="Merriweather"/>
                <a:cs typeface="Merriweather"/>
                <a:sym typeface="Merriweather"/>
              </a:rPr>
              <a:t>Reference : </a:t>
            </a:r>
            <a:r>
              <a:rPr lang="en" sz="1100" u="sng">
                <a:solidFill>
                  <a:srgbClr val="06682F"/>
                </a:solidFill>
                <a:highlight>
                  <a:srgbClr val="FFFFFF"/>
                </a:highlight>
                <a:latin typeface="Merriweather"/>
                <a:ea typeface="Merriweather"/>
                <a:cs typeface="Merriweather"/>
                <a:sym typeface="Merriweather"/>
                <a:hlinkClick r:id="rId4">
                  <a:extLst>
                    <a:ext uri="{A12FA001-AC4F-418D-AE19-62706E023703}">
                      <ahyp:hlinkClr val="tx"/>
                    </a:ext>
                  </a:extLst>
                </a:hlinkClick>
              </a:rPr>
              <a:t>https://www.enterpriseintegrationpatterns.com/patterns/</a:t>
            </a:r>
            <a:endParaRPr sz="1100"/>
          </a:p>
        </p:txBody>
      </p:sp>
      <p:sp>
        <p:nvSpPr>
          <p:cNvPr id="738" name="Google Shape;738;g3cc529176c1_0_352"/>
          <p:cNvSpPr txBox="1"/>
          <p:nvPr/>
        </p:nvSpPr>
        <p:spPr>
          <a:xfrm>
            <a:off x="166325" y="555500"/>
            <a:ext cx="5484600" cy="2533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Create a pattern project.</a:t>
            </a:r>
            <a:endParaRPr b="0"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Update access permissions so that all teams can access the pattern pipelines from this project.</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Configure the Snaps that will be used across the Pipelines that reference this pattern.</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Maintain and validate patterns for relevance and new requirements.</a:t>
            </a:r>
            <a:endParaRPr b="0" i="0" sz="1400" u="none" cap="none" strike="noStrike">
              <a:solidFill>
                <a:srgbClr val="980000"/>
              </a:solidFill>
              <a:latin typeface="Calibri"/>
              <a:ea typeface="Calibri"/>
              <a:cs typeface="Calibri"/>
              <a:sym typeface="Calibri"/>
            </a:endParaRPr>
          </a:p>
        </p:txBody>
      </p:sp>
      <p:pic>
        <p:nvPicPr>
          <p:cNvPr id="739" name="Google Shape;739;g3cc529176c1_0_352"/>
          <p:cNvPicPr preferRelativeResize="0"/>
          <p:nvPr/>
        </p:nvPicPr>
        <p:blipFill rotWithShape="1">
          <a:blip r:embed="rId5">
            <a:alphaModFix/>
          </a:blip>
          <a:srcRect b="0" l="0" r="0" t="0"/>
          <a:stretch/>
        </p:blipFill>
        <p:spPr>
          <a:xfrm>
            <a:off x="5907837" y="373075"/>
            <a:ext cx="2651274" cy="1642575"/>
          </a:xfrm>
          <a:prstGeom prst="rect">
            <a:avLst/>
          </a:prstGeom>
          <a:noFill/>
          <a:ln>
            <a:noFill/>
          </a:ln>
        </p:spPr>
      </p:pic>
      <p:pic>
        <p:nvPicPr>
          <p:cNvPr id="740" name="Google Shape;740;g3cc529176c1_0_352"/>
          <p:cNvPicPr preferRelativeResize="0"/>
          <p:nvPr/>
        </p:nvPicPr>
        <p:blipFill rotWithShape="1">
          <a:blip r:embed="rId6">
            <a:alphaModFix/>
          </a:blip>
          <a:srcRect b="0" l="0" r="0" t="0"/>
          <a:stretch/>
        </p:blipFill>
        <p:spPr>
          <a:xfrm>
            <a:off x="4345925" y="2378000"/>
            <a:ext cx="4683776" cy="1822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cc529176c1_0_368"/>
          <p:cNvSpPr txBox="1"/>
          <p:nvPr/>
        </p:nvSpPr>
        <p:spPr>
          <a:xfrm>
            <a:off x="166325" y="668600"/>
            <a:ext cx="4119900" cy="1348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One -&gt; Many using a Splitter</a:t>
            </a:r>
            <a:endParaRPr b="0"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Use the </a:t>
            </a:r>
            <a:r>
              <a:rPr b="0" i="1" lang="en" sz="1400" u="none" cap="none" strike="noStrike">
                <a:solidFill>
                  <a:srgbClr val="980000"/>
                </a:solidFill>
                <a:latin typeface="Calibri"/>
                <a:ea typeface="Calibri"/>
                <a:cs typeface="Calibri"/>
                <a:sym typeface="Calibri"/>
              </a:rPr>
              <a:t>JSON Splitter </a:t>
            </a:r>
            <a:r>
              <a:rPr b="0" i="0" lang="en" sz="1400" u="none" cap="none" strike="noStrike">
                <a:solidFill>
                  <a:srgbClr val="980000"/>
                </a:solidFill>
                <a:latin typeface="Calibri"/>
                <a:ea typeface="Calibri"/>
                <a:cs typeface="Calibri"/>
                <a:sym typeface="Calibri"/>
              </a:rPr>
              <a:t>Snap to split the incoming document data into separate documents based on the JSON Path</a:t>
            </a:r>
            <a:endParaRPr b="0" i="0" sz="1400" u="none" cap="none" strike="noStrike">
              <a:solidFill>
                <a:srgbClr val="980000"/>
              </a:solidFill>
              <a:latin typeface="Calibri"/>
              <a:ea typeface="Calibri"/>
              <a:cs typeface="Calibri"/>
              <a:sym typeface="Calibri"/>
            </a:endParaRPr>
          </a:p>
        </p:txBody>
      </p:sp>
      <p:sp>
        <p:nvSpPr>
          <p:cNvPr id="746" name="Google Shape;746;g3cc529176c1_0_368"/>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800" u="none" cap="none" strike="noStrike">
                <a:solidFill>
                  <a:schemeClr val="dk1"/>
                </a:solidFill>
                <a:latin typeface="Poppins Medium"/>
                <a:ea typeface="Poppins Medium"/>
                <a:cs typeface="Poppins Medium"/>
                <a:sym typeface="Poppins Medium"/>
              </a:rPr>
              <a:t>Mapping Integration Patterns to SnapLogic pipelines</a:t>
            </a:r>
            <a:endParaRPr b="0" i="0" sz="1800" u="none" cap="none" strike="noStrike">
              <a:solidFill>
                <a:schemeClr val="dk1"/>
              </a:solidFill>
              <a:latin typeface="Poppins Medium"/>
              <a:ea typeface="Poppins Medium"/>
              <a:cs typeface="Poppins Medium"/>
              <a:sym typeface="Poppins Medium"/>
            </a:endParaRPr>
          </a:p>
        </p:txBody>
      </p:sp>
      <p:sp>
        <p:nvSpPr>
          <p:cNvPr id="747" name="Google Shape;747;g3cc529176c1_0_368"/>
          <p:cNvSpPr txBox="1"/>
          <p:nvPr>
            <p:ph type="title"/>
          </p:nvPr>
        </p:nvSpPr>
        <p:spPr>
          <a:xfrm>
            <a:off x="44525" y="4414200"/>
            <a:ext cx="8807700" cy="523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u="sng">
                <a:solidFill>
                  <a:schemeClr val="hlink"/>
                </a:solidFill>
                <a:hlinkClick r:id="rId3"/>
              </a:rPr>
              <a:t>https://docs.snaplogic.com/pattern-library/pattern-library-about.html</a:t>
            </a:r>
            <a:endParaRPr sz="1100"/>
          </a:p>
          <a:p>
            <a:pPr indent="0" lvl="0" marL="0" rtl="0" algn="l">
              <a:lnSpc>
                <a:spcPct val="100000"/>
              </a:lnSpc>
              <a:spcBef>
                <a:spcPts val="0"/>
              </a:spcBef>
              <a:spcAft>
                <a:spcPts val="0"/>
              </a:spcAft>
              <a:buSzPts val="2400"/>
              <a:buNone/>
            </a:pPr>
            <a:r>
              <a:rPr lang="en" sz="1100">
                <a:solidFill>
                  <a:schemeClr val="dk2"/>
                </a:solidFill>
                <a:highlight>
                  <a:srgbClr val="FFFFFF"/>
                </a:highlight>
                <a:latin typeface="Merriweather"/>
                <a:ea typeface="Merriweather"/>
                <a:cs typeface="Merriweather"/>
                <a:sym typeface="Merriweather"/>
              </a:rPr>
              <a:t>Reference : </a:t>
            </a:r>
            <a:r>
              <a:rPr lang="en" sz="1100" u="sng">
                <a:solidFill>
                  <a:srgbClr val="06682F"/>
                </a:solidFill>
                <a:highlight>
                  <a:srgbClr val="FFFFFF"/>
                </a:highlight>
                <a:latin typeface="Merriweather"/>
                <a:ea typeface="Merriweather"/>
                <a:cs typeface="Merriweather"/>
                <a:sym typeface="Merriweather"/>
                <a:hlinkClick r:id="rId4">
                  <a:extLst>
                    <a:ext uri="{A12FA001-AC4F-418D-AE19-62706E023703}">
                      <ahyp:hlinkClr val="tx"/>
                    </a:ext>
                  </a:extLst>
                </a:hlinkClick>
              </a:rPr>
              <a:t>https://www.enterpriseintegrationpatterns.com/</a:t>
            </a:r>
            <a:endParaRPr sz="1100"/>
          </a:p>
        </p:txBody>
      </p:sp>
      <p:pic>
        <p:nvPicPr>
          <p:cNvPr id="748" name="Google Shape;748;g3cc529176c1_0_368"/>
          <p:cNvPicPr preferRelativeResize="0"/>
          <p:nvPr/>
        </p:nvPicPr>
        <p:blipFill rotWithShape="1">
          <a:blip r:embed="rId5">
            <a:alphaModFix/>
          </a:blip>
          <a:srcRect b="0" l="0" r="0" t="0"/>
          <a:stretch/>
        </p:blipFill>
        <p:spPr>
          <a:xfrm>
            <a:off x="0" y="2228100"/>
            <a:ext cx="4972049" cy="1989000"/>
          </a:xfrm>
          <a:prstGeom prst="rect">
            <a:avLst/>
          </a:prstGeom>
          <a:noFill/>
          <a:ln>
            <a:noFill/>
          </a:ln>
        </p:spPr>
      </p:pic>
      <p:pic>
        <p:nvPicPr>
          <p:cNvPr id="749" name="Google Shape;749;g3cc529176c1_0_368"/>
          <p:cNvPicPr preferRelativeResize="0"/>
          <p:nvPr/>
        </p:nvPicPr>
        <p:blipFill rotWithShape="1">
          <a:blip r:embed="rId6">
            <a:alphaModFix/>
          </a:blip>
          <a:srcRect b="0" l="0" r="0" t="0"/>
          <a:stretch/>
        </p:blipFill>
        <p:spPr>
          <a:xfrm>
            <a:off x="4972050" y="2139100"/>
            <a:ext cx="4003425" cy="2268976"/>
          </a:xfrm>
          <a:prstGeom prst="rect">
            <a:avLst/>
          </a:prstGeom>
          <a:noFill/>
          <a:ln>
            <a:noFill/>
          </a:ln>
        </p:spPr>
      </p:pic>
      <p:sp>
        <p:nvSpPr>
          <p:cNvPr id="750" name="Google Shape;750;g3cc529176c1_0_368"/>
          <p:cNvSpPr txBox="1"/>
          <p:nvPr/>
        </p:nvSpPr>
        <p:spPr>
          <a:xfrm>
            <a:off x="4972050" y="624088"/>
            <a:ext cx="3454500" cy="1348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Example: Aggregator Pattern</a:t>
            </a:r>
            <a:endParaRPr b="0"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Use the </a:t>
            </a:r>
            <a:r>
              <a:rPr b="0" i="1" lang="en" sz="1400" u="none" cap="none" strike="noStrike">
                <a:solidFill>
                  <a:srgbClr val="980000"/>
                </a:solidFill>
                <a:latin typeface="Calibri"/>
                <a:ea typeface="Calibri"/>
                <a:cs typeface="Calibri"/>
                <a:sym typeface="Calibri"/>
              </a:rPr>
              <a:t>Group By Fields </a:t>
            </a:r>
            <a:r>
              <a:rPr b="0" i="0" lang="en" sz="1400" u="none" cap="none" strike="noStrike">
                <a:solidFill>
                  <a:srgbClr val="980000"/>
                </a:solidFill>
                <a:latin typeface="Calibri"/>
                <a:ea typeface="Calibri"/>
                <a:cs typeface="Calibri"/>
                <a:sym typeface="Calibri"/>
              </a:rPr>
              <a:t>Snap to group input documents by field values in batches of output documents.</a:t>
            </a:r>
            <a:endParaRPr b="0" i="0" sz="1400" u="none" cap="none" strike="noStrike">
              <a:solidFill>
                <a:srgbClr val="98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cc529176c1_0_379"/>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800" u="none" cap="none" strike="noStrike">
                <a:solidFill>
                  <a:schemeClr val="dk1"/>
                </a:solidFill>
                <a:latin typeface="Poppins Medium"/>
                <a:ea typeface="Poppins Medium"/>
                <a:cs typeface="Poppins Medium"/>
                <a:sym typeface="Poppins Medium"/>
              </a:rPr>
              <a:t>Mapping Integration Patterns to SnapLogic pipelines</a:t>
            </a:r>
            <a:endParaRPr b="0" i="0" sz="1800" u="none" cap="none" strike="noStrike">
              <a:solidFill>
                <a:schemeClr val="dk1"/>
              </a:solidFill>
              <a:latin typeface="Poppins Medium"/>
              <a:ea typeface="Poppins Medium"/>
              <a:cs typeface="Poppins Medium"/>
              <a:sym typeface="Poppins Medium"/>
            </a:endParaRPr>
          </a:p>
        </p:txBody>
      </p:sp>
      <p:sp>
        <p:nvSpPr>
          <p:cNvPr id="756" name="Google Shape;756;g3cc529176c1_0_379"/>
          <p:cNvSpPr txBox="1"/>
          <p:nvPr>
            <p:ph type="title"/>
          </p:nvPr>
        </p:nvSpPr>
        <p:spPr>
          <a:xfrm>
            <a:off x="44525" y="4539000"/>
            <a:ext cx="8807700" cy="523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u="sng">
                <a:solidFill>
                  <a:schemeClr val="hlink"/>
                </a:solidFill>
                <a:hlinkClick r:id="rId3"/>
              </a:rPr>
              <a:t>https://docs.snaplogic.com/pattern-library/pattern-library-about.html</a:t>
            </a:r>
            <a:endParaRPr sz="1100"/>
          </a:p>
          <a:p>
            <a:pPr indent="0" lvl="0" marL="0" rtl="0" algn="l">
              <a:lnSpc>
                <a:spcPct val="100000"/>
              </a:lnSpc>
              <a:spcBef>
                <a:spcPts val="0"/>
              </a:spcBef>
              <a:spcAft>
                <a:spcPts val="0"/>
              </a:spcAft>
              <a:buSzPts val="2400"/>
              <a:buNone/>
            </a:pPr>
            <a:r>
              <a:rPr lang="en" sz="1100">
                <a:solidFill>
                  <a:schemeClr val="dk2"/>
                </a:solidFill>
                <a:highlight>
                  <a:srgbClr val="FFFFFF"/>
                </a:highlight>
                <a:latin typeface="Merriweather"/>
                <a:ea typeface="Merriweather"/>
                <a:cs typeface="Merriweather"/>
                <a:sym typeface="Merriweather"/>
              </a:rPr>
              <a:t>Reference : </a:t>
            </a:r>
            <a:r>
              <a:rPr lang="en" sz="1100" u="sng">
                <a:solidFill>
                  <a:srgbClr val="06682F"/>
                </a:solidFill>
                <a:highlight>
                  <a:srgbClr val="FFFFFF"/>
                </a:highlight>
                <a:latin typeface="Merriweather"/>
                <a:ea typeface="Merriweather"/>
                <a:cs typeface="Merriweather"/>
                <a:sym typeface="Merriweather"/>
                <a:hlinkClick r:id="rId4">
                  <a:extLst>
                    <a:ext uri="{A12FA001-AC4F-418D-AE19-62706E023703}">
                      <ahyp:hlinkClr val="tx"/>
                    </a:ext>
                  </a:extLst>
                </a:hlinkClick>
              </a:rPr>
              <a:t>https://www.enterpriseintegrationpatterns.com/</a:t>
            </a:r>
            <a:endParaRPr sz="1100"/>
          </a:p>
        </p:txBody>
      </p:sp>
      <p:pic>
        <p:nvPicPr>
          <p:cNvPr id="757" name="Google Shape;757;g3cc529176c1_0_379"/>
          <p:cNvPicPr preferRelativeResize="0"/>
          <p:nvPr/>
        </p:nvPicPr>
        <p:blipFill rotWithShape="1">
          <a:blip r:embed="rId5">
            <a:alphaModFix/>
          </a:blip>
          <a:srcRect b="0" l="0" r="0" t="0"/>
          <a:stretch/>
        </p:blipFill>
        <p:spPr>
          <a:xfrm>
            <a:off x="152400" y="609700"/>
            <a:ext cx="8699825" cy="3859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3d088728187_0_2089"/>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110000"/>
              </a:lnSpc>
              <a:spcBef>
                <a:spcPts val="0"/>
              </a:spcBef>
              <a:spcAft>
                <a:spcPts val="0"/>
              </a:spcAft>
              <a:buClr>
                <a:schemeClr val="accent6"/>
              </a:buClr>
              <a:buSzPct val="75000"/>
              <a:buFont typeface="Century Gothic"/>
              <a:buNone/>
            </a:pPr>
            <a:r>
              <a:rPr lang="en"/>
              <a:t>Pitfalls of not using Patterns</a:t>
            </a:r>
            <a:endParaRPr/>
          </a:p>
        </p:txBody>
      </p:sp>
      <p:sp>
        <p:nvSpPr>
          <p:cNvPr id="763" name="Google Shape;763;g3d088728187_0_2089"/>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764" name="Google Shape;764;g3d088728187_0_2089"/>
          <p:cNvSpPr txBox="1"/>
          <p:nvPr/>
        </p:nvSpPr>
        <p:spPr>
          <a:xfrm>
            <a:off x="1452588" y="1976480"/>
            <a:ext cx="44910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765" name="Google Shape;765;g3d088728187_0_2089"/>
          <p:cNvSpPr txBox="1"/>
          <p:nvPr/>
        </p:nvSpPr>
        <p:spPr>
          <a:xfrm>
            <a:off x="4732425" y="3295338"/>
            <a:ext cx="1687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Risk of Errors and Bugs</a:t>
            </a:r>
            <a:endParaRPr b="0" i="0" sz="1100" u="none" cap="none" strike="noStrike">
              <a:solidFill>
                <a:srgbClr val="000000"/>
              </a:solidFill>
              <a:latin typeface="Roboto"/>
              <a:ea typeface="Roboto"/>
              <a:cs typeface="Roboto"/>
              <a:sym typeface="Roboto"/>
            </a:endParaRPr>
          </a:p>
        </p:txBody>
      </p:sp>
      <p:pic>
        <p:nvPicPr>
          <p:cNvPr id="766" name="Google Shape;766;g3d088728187_0_2089"/>
          <p:cNvPicPr preferRelativeResize="0"/>
          <p:nvPr/>
        </p:nvPicPr>
        <p:blipFill rotWithShape="1">
          <a:blip r:embed="rId3">
            <a:alphaModFix/>
          </a:blip>
          <a:srcRect b="0" l="20" r="20" t="0"/>
          <a:stretch/>
        </p:blipFill>
        <p:spPr>
          <a:xfrm>
            <a:off x="5014720" y="1448236"/>
            <a:ext cx="582295" cy="582532"/>
          </a:xfrm>
          <a:prstGeom prst="rect">
            <a:avLst/>
          </a:prstGeom>
          <a:noFill/>
          <a:ln>
            <a:noFill/>
          </a:ln>
        </p:spPr>
      </p:pic>
      <p:sp>
        <p:nvSpPr>
          <p:cNvPr id="767" name="Google Shape;767;g3d088728187_0_2089"/>
          <p:cNvSpPr txBox="1"/>
          <p:nvPr/>
        </p:nvSpPr>
        <p:spPr>
          <a:xfrm>
            <a:off x="4578250" y="2089238"/>
            <a:ext cx="1551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Cost of duplication</a:t>
            </a:r>
            <a:endParaRPr b="0" i="0" sz="1100" u="none" cap="none" strike="noStrike">
              <a:solidFill>
                <a:schemeClr val="dk2"/>
              </a:solidFill>
              <a:latin typeface="Roboto"/>
              <a:ea typeface="Roboto"/>
              <a:cs typeface="Roboto"/>
              <a:sym typeface="Roboto"/>
            </a:endParaRPr>
          </a:p>
        </p:txBody>
      </p:sp>
      <p:pic>
        <p:nvPicPr>
          <p:cNvPr id="768" name="Google Shape;768;g3d088728187_0_2089"/>
          <p:cNvPicPr preferRelativeResize="0"/>
          <p:nvPr/>
        </p:nvPicPr>
        <p:blipFill rotWithShape="1">
          <a:blip r:embed="rId4">
            <a:alphaModFix/>
          </a:blip>
          <a:srcRect b="0" l="20" r="20" t="0"/>
          <a:stretch/>
        </p:blipFill>
        <p:spPr>
          <a:xfrm>
            <a:off x="1472248" y="2577800"/>
            <a:ext cx="736800" cy="737084"/>
          </a:xfrm>
          <a:prstGeom prst="rect">
            <a:avLst/>
          </a:prstGeom>
          <a:noFill/>
          <a:ln>
            <a:noFill/>
          </a:ln>
        </p:spPr>
      </p:pic>
      <p:sp>
        <p:nvSpPr>
          <p:cNvPr id="769" name="Google Shape;769;g3d088728187_0_2089"/>
          <p:cNvSpPr txBox="1"/>
          <p:nvPr/>
        </p:nvSpPr>
        <p:spPr>
          <a:xfrm>
            <a:off x="1386300" y="3237600"/>
            <a:ext cx="908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Inefficiency</a:t>
            </a:r>
            <a:endParaRPr b="0" i="0" sz="1400" u="none" cap="none" strike="noStrike">
              <a:solidFill>
                <a:srgbClr val="000000"/>
              </a:solidFill>
              <a:latin typeface="Arial"/>
              <a:ea typeface="Arial"/>
              <a:cs typeface="Arial"/>
              <a:sym typeface="Arial"/>
            </a:endParaRPr>
          </a:p>
        </p:txBody>
      </p:sp>
      <p:pic>
        <p:nvPicPr>
          <p:cNvPr id="770" name="Google Shape;770;g3d088728187_0_2089"/>
          <p:cNvPicPr preferRelativeResize="0"/>
          <p:nvPr/>
        </p:nvPicPr>
        <p:blipFill rotWithShape="1">
          <a:blip r:embed="rId5">
            <a:alphaModFix/>
          </a:blip>
          <a:srcRect b="0" l="20" r="20" t="0"/>
          <a:stretch/>
        </p:blipFill>
        <p:spPr>
          <a:xfrm>
            <a:off x="6600451" y="1478681"/>
            <a:ext cx="657025" cy="657307"/>
          </a:xfrm>
          <a:prstGeom prst="rect">
            <a:avLst/>
          </a:prstGeom>
          <a:noFill/>
          <a:ln>
            <a:noFill/>
          </a:ln>
        </p:spPr>
      </p:pic>
      <p:sp>
        <p:nvSpPr>
          <p:cNvPr id="771" name="Google Shape;771;g3d088728187_0_2089"/>
          <p:cNvSpPr txBox="1"/>
          <p:nvPr/>
        </p:nvSpPr>
        <p:spPr>
          <a:xfrm>
            <a:off x="6129850" y="2089250"/>
            <a:ext cx="2148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Decreased Collaboration</a:t>
            </a:r>
            <a:endParaRPr b="0" i="0" sz="1100" u="none" cap="none" strike="noStrike">
              <a:solidFill>
                <a:schemeClr val="dk2"/>
              </a:solidFill>
              <a:latin typeface="Roboto"/>
              <a:ea typeface="Roboto"/>
              <a:cs typeface="Roboto"/>
              <a:sym typeface="Roboto"/>
            </a:endParaRPr>
          </a:p>
        </p:txBody>
      </p:sp>
      <p:pic>
        <p:nvPicPr>
          <p:cNvPr id="772" name="Google Shape;772;g3d088728187_0_2089"/>
          <p:cNvPicPr preferRelativeResize="0"/>
          <p:nvPr/>
        </p:nvPicPr>
        <p:blipFill rotWithShape="1">
          <a:blip r:embed="rId6">
            <a:alphaModFix/>
          </a:blip>
          <a:srcRect b="0" l="20" r="20" t="0"/>
          <a:stretch/>
        </p:blipFill>
        <p:spPr>
          <a:xfrm>
            <a:off x="3429000" y="1448222"/>
            <a:ext cx="582300" cy="582566"/>
          </a:xfrm>
          <a:prstGeom prst="rect">
            <a:avLst/>
          </a:prstGeom>
          <a:noFill/>
          <a:ln>
            <a:noFill/>
          </a:ln>
        </p:spPr>
      </p:pic>
      <p:sp>
        <p:nvSpPr>
          <p:cNvPr id="773" name="Google Shape;773;g3d088728187_0_2089"/>
          <p:cNvSpPr txBox="1"/>
          <p:nvPr/>
        </p:nvSpPr>
        <p:spPr>
          <a:xfrm>
            <a:off x="3109863" y="2089250"/>
            <a:ext cx="13995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Difficulty in Scaling</a:t>
            </a:r>
            <a:endParaRPr b="0" i="0" sz="1100" u="none" cap="none" strike="noStrike">
              <a:solidFill>
                <a:schemeClr val="dk2"/>
              </a:solidFill>
              <a:latin typeface="Roboto"/>
              <a:ea typeface="Roboto"/>
              <a:cs typeface="Roboto"/>
              <a:sym typeface="Roboto"/>
            </a:endParaRPr>
          </a:p>
        </p:txBody>
      </p:sp>
      <p:pic>
        <p:nvPicPr>
          <p:cNvPr id="774" name="Google Shape;774;g3d088728187_0_2089"/>
          <p:cNvPicPr preferRelativeResize="0"/>
          <p:nvPr/>
        </p:nvPicPr>
        <p:blipFill rotWithShape="1">
          <a:blip r:embed="rId7">
            <a:alphaModFix/>
          </a:blip>
          <a:srcRect b="0" l="20" r="20" t="0"/>
          <a:stretch/>
        </p:blipFill>
        <p:spPr>
          <a:xfrm>
            <a:off x="3378938" y="2617689"/>
            <a:ext cx="657025" cy="657279"/>
          </a:xfrm>
          <a:prstGeom prst="rect">
            <a:avLst/>
          </a:prstGeom>
          <a:noFill/>
          <a:ln>
            <a:noFill/>
          </a:ln>
        </p:spPr>
      </p:pic>
      <p:sp>
        <p:nvSpPr>
          <p:cNvPr id="775" name="Google Shape;775;g3d088728187_0_2089"/>
          <p:cNvSpPr txBox="1"/>
          <p:nvPr/>
        </p:nvSpPr>
        <p:spPr>
          <a:xfrm>
            <a:off x="2736796" y="3237600"/>
            <a:ext cx="192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Higher Maintenance Burden</a:t>
            </a:r>
            <a:endParaRPr b="0" i="0" sz="1100" u="none" cap="none" strike="noStrike">
              <a:solidFill>
                <a:schemeClr val="dk2"/>
              </a:solidFill>
              <a:latin typeface="Roboto"/>
              <a:ea typeface="Roboto"/>
              <a:cs typeface="Roboto"/>
              <a:sym typeface="Roboto"/>
            </a:endParaRPr>
          </a:p>
        </p:txBody>
      </p:sp>
      <p:pic>
        <p:nvPicPr>
          <p:cNvPr id="776" name="Google Shape;776;g3d088728187_0_2089"/>
          <p:cNvPicPr preferRelativeResize="0"/>
          <p:nvPr/>
        </p:nvPicPr>
        <p:blipFill rotWithShape="1">
          <a:blip r:embed="rId8">
            <a:alphaModFix/>
          </a:blip>
          <a:srcRect b="446" l="0" r="0" t="446"/>
          <a:stretch/>
        </p:blipFill>
        <p:spPr>
          <a:xfrm>
            <a:off x="1600826" y="1282417"/>
            <a:ext cx="736800" cy="730230"/>
          </a:xfrm>
          <a:prstGeom prst="rect">
            <a:avLst/>
          </a:prstGeom>
          <a:noFill/>
          <a:ln>
            <a:noFill/>
          </a:ln>
        </p:spPr>
      </p:pic>
      <p:sp>
        <p:nvSpPr>
          <p:cNvPr id="777" name="Google Shape;777;g3d088728187_0_2089"/>
          <p:cNvSpPr txBox="1"/>
          <p:nvPr/>
        </p:nvSpPr>
        <p:spPr>
          <a:xfrm>
            <a:off x="1271575" y="1957975"/>
            <a:ext cx="17694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Higher Learning Curve </a:t>
            </a:r>
            <a:endParaRPr b="0" i="0" sz="11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for New Developers</a:t>
            </a:r>
            <a:endParaRPr b="0" i="0" sz="1100" u="none" cap="none" strike="noStrike">
              <a:solidFill>
                <a:schemeClr val="dk2"/>
              </a:solidFill>
              <a:latin typeface="Roboto"/>
              <a:ea typeface="Roboto"/>
              <a:cs typeface="Roboto"/>
              <a:sym typeface="Roboto"/>
            </a:endParaRPr>
          </a:p>
        </p:txBody>
      </p:sp>
      <p:pic>
        <p:nvPicPr>
          <p:cNvPr id="778" name="Google Shape;778;g3d088728187_0_2089"/>
          <p:cNvPicPr preferRelativeResize="0"/>
          <p:nvPr/>
        </p:nvPicPr>
        <p:blipFill rotWithShape="1">
          <a:blip r:embed="rId9">
            <a:alphaModFix/>
          </a:blip>
          <a:srcRect b="0" l="0" r="0" t="0"/>
          <a:stretch/>
        </p:blipFill>
        <p:spPr>
          <a:xfrm>
            <a:off x="6839063" y="2607700"/>
            <a:ext cx="523200" cy="523200"/>
          </a:xfrm>
          <a:prstGeom prst="rect">
            <a:avLst/>
          </a:prstGeom>
          <a:noFill/>
          <a:ln>
            <a:noFill/>
          </a:ln>
        </p:spPr>
      </p:pic>
      <p:sp>
        <p:nvSpPr>
          <p:cNvPr id="779" name="Google Shape;779;g3d088728187_0_2089"/>
          <p:cNvSpPr txBox="1"/>
          <p:nvPr/>
        </p:nvSpPr>
        <p:spPr>
          <a:xfrm>
            <a:off x="6495538" y="3153000"/>
            <a:ext cx="16314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Reduced Performance </a:t>
            </a:r>
            <a:endParaRPr b="0" i="0" sz="11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Roboto"/>
                <a:ea typeface="Roboto"/>
                <a:cs typeface="Roboto"/>
                <a:sym typeface="Roboto"/>
              </a:rPr>
              <a:t>and Optimization</a:t>
            </a:r>
            <a:endParaRPr b="0" i="0" sz="1100" u="none" cap="none" strike="noStrike">
              <a:solidFill>
                <a:schemeClr val="dk2"/>
              </a:solidFill>
              <a:latin typeface="Roboto"/>
              <a:ea typeface="Roboto"/>
              <a:cs typeface="Roboto"/>
              <a:sym typeface="Roboto"/>
            </a:endParaRPr>
          </a:p>
        </p:txBody>
      </p:sp>
      <p:pic>
        <p:nvPicPr>
          <p:cNvPr id="780" name="Google Shape;780;g3d088728187_0_2089"/>
          <p:cNvPicPr preferRelativeResize="0"/>
          <p:nvPr/>
        </p:nvPicPr>
        <p:blipFill rotWithShape="1">
          <a:blip r:embed="rId10">
            <a:alphaModFix/>
          </a:blip>
          <a:srcRect b="0" l="0" r="0" t="0"/>
          <a:stretch/>
        </p:blipFill>
        <p:spPr>
          <a:xfrm>
            <a:off x="5205875" y="2607688"/>
            <a:ext cx="523200" cy="52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g3d088728187_0_2235"/>
          <p:cNvSpPr txBox="1"/>
          <p:nvPr>
            <p:ph type="title"/>
          </p:nvPr>
        </p:nvSpPr>
        <p:spPr>
          <a:xfrm>
            <a:off x="45836" y="93271"/>
            <a:ext cx="8469600" cy="3909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110000"/>
              </a:lnSpc>
              <a:spcBef>
                <a:spcPts val="0"/>
              </a:spcBef>
              <a:spcAft>
                <a:spcPts val="0"/>
              </a:spcAft>
              <a:buClr>
                <a:schemeClr val="accent6"/>
              </a:buClr>
              <a:buSzPct val="75000"/>
              <a:buFont typeface="Century Gothic"/>
              <a:buNone/>
            </a:pPr>
            <a:r>
              <a:rPr lang="en"/>
              <a:t>Approaches</a:t>
            </a:r>
            <a:endParaRPr/>
          </a:p>
        </p:txBody>
      </p:sp>
      <p:sp>
        <p:nvSpPr>
          <p:cNvPr id="786" name="Google Shape;786;g3d088728187_0_2235"/>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
              <a:t>‹#›</a:t>
            </a:fld>
            <a:endParaRPr/>
          </a:p>
        </p:txBody>
      </p:sp>
      <p:sp>
        <p:nvSpPr>
          <p:cNvPr id="787" name="Google Shape;787;g3d088728187_0_2235"/>
          <p:cNvSpPr txBox="1"/>
          <p:nvPr/>
        </p:nvSpPr>
        <p:spPr>
          <a:xfrm>
            <a:off x="1543425" y="659250"/>
            <a:ext cx="155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Roboto"/>
                <a:ea typeface="Roboto"/>
                <a:cs typeface="Roboto"/>
                <a:sym typeface="Roboto"/>
              </a:rPr>
              <a:t>Establish a </a:t>
            </a:r>
            <a:r>
              <a:rPr b="1" i="0" lang="en" sz="1200" u="none" cap="none" strike="noStrike">
                <a:solidFill>
                  <a:schemeClr val="dk2"/>
                </a:solidFill>
                <a:latin typeface="Roboto"/>
                <a:ea typeface="Roboto"/>
                <a:cs typeface="Roboto"/>
                <a:sym typeface="Roboto"/>
              </a:rPr>
              <a:t>Pattern Catalog </a:t>
            </a:r>
            <a:r>
              <a:rPr b="0" i="0" lang="en" sz="1200" u="none" cap="none" strike="noStrike">
                <a:solidFill>
                  <a:schemeClr val="dk2"/>
                </a:solidFill>
                <a:latin typeface="Roboto"/>
                <a:ea typeface="Roboto"/>
                <a:cs typeface="Roboto"/>
                <a:sym typeface="Roboto"/>
              </a:rPr>
              <a:t>within the community</a:t>
            </a:r>
            <a:endParaRPr b="0" i="0" sz="1200" u="none" cap="none" strike="noStrike">
              <a:solidFill>
                <a:schemeClr val="dk2"/>
              </a:solidFill>
              <a:latin typeface="Roboto"/>
              <a:ea typeface="Roboto"/>
              <a:cs typeface="Roboto"/>
              <a:sym typeface="Roboto"/>
            </a:endParaRPr>
          </a:p>
        </p:txBody>
      </p:sp>
      <p:pic>
        <p:nvPicPr>
          <p:cNvPr id="788" name="Google Shape;788;g3d088728187_0_2235"/>
          <p:cNvPicPr preferRelativeResize="0"/>
          <p:nvPr/>
        </p:nvPicPr>
        <p:blipFill rotWithShape="1">
          <a:blip r:embed="rId3">
            <a:alphaModFix/>
          </a:blip>
          <a:srcRect b="0" l="0" r="0" t="0"/>
          <a:stretch/>
        </p:blipFill>
        <p:spPr>
          <a:xfrm>
            <a:off x="240125" y="3692322"/>
            <a:ext cx="1028897" cy="1028896"/>
          </a:xfrm>
          <a:prstGeom prst="rect">
            <a:avLst/>
          </a:prstGeom>
          <a:noFill/>
          <a:ln>
            <a:noFill/>
          </a:ln>
        </p:spPr>
      </p:pic>
      <p:sp>
        <p:nvSpPr>
          <p:cNvPr id="789" name="Google Shape;789;g3d088728187_0_2235"/>
          <p:cNvSpPr txBox="1"/>
          <p:nvPr/>
        </p:nvSpPr>
        <p:spPr>
          <a:xfrm>
            <a:off x="1495800" y="3797825"/>
            <a:ext cx="13617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Roboto"/>
                <a:ea typeface="Roboto"/>
                <a:cs typeface="Roboto"/>
                <a:sym typeface="Roboto"/>
              </a:rPr>
              <a:t>Incorporate patterns within the </a:t>
            </a:r>
            <a:r>
              <a:rPr b="1" i="0" lang="en" sz="1200" u="none" cap="none" strike="noStrike">
                <a:solidFill>
                  <a:schemeClr val="dk2"/>
                </a:solidFill>
                <a:latin typeface="Roboto"/>
                <a:ea typeface="Roboto"/>
                <a:cs typeface="Roboto"/>
                <a:sym typeface="Roboto"/>
              </a:rPr>
              <a:t>development lifecycle</a:t>
            </a:r>
            <a:endParaRPr b="1" i="0" sz="1200" u="none" cap="none" strike="noStrike">
              <a:solidFill>
                <a:schemeClr val="dk2"/>
              </a:solidFill>
              <a:latin typeface="Roboto"/>
              <a:ea typeface="Roboto"/>
              <a:cs typeface="Roboto"/>
              <a:sym typeface="Roboto"/>
            </a:endParaRPr>
          </a:p>
        </p:txBody>
      </p:sp>
      <p:pic>
        <p:nvPicPr>
          <p:cNvPr id="790" name="Google Shape;790;g3d088728187_0_2235"/>
          <p:cNvPicPr preferRelativeResize="0"/>
          <p:nvPr/>
        </p:nvPicPr>
        <p:blipFill rotWithShape="1">
          <a:blip r:embed="rId4">
            <a:alphaModFix/>
          </a:blip>
          <a:srcRect b="0" l="20" r="20" t="0"/>
          <a:stretch/>
        </p:blipFill>
        <p:spPr>
          <a:xfrm>
            <a:off x="311398" y="585331"/>
            <a:ext cx="886345" cy="886725"/>
          </a:xfrm>
          <a:prstGeom prst="rect">
            <a:avLst/>
          </a:prstGeom>
          <a:noFill/>
          <a:ln>
            <a:noFill/>
          </a:ln>
        </p:spPr>
      </p:pic>
      <p:pic>
        <p:nvPicPr>
          <p:cNvPr id="791" name="Google Shape;791;g3d088728187_0_2235"/>
          <p:cNvPicPr preferRelativeResize="0"/>
          <p:nvPr/>
        </p:nvPicPr>
        <p:blipFill rotWithShape="1">
          <a:blip r:embed="rId5">
            <a:alphaModFix/>
          </a:blip>
          <a:srcRect b="446" l="0" r="0" t="446"/>
          <a:stretch/>
        </p:blipFill>
        <p:spPr>
          <a:xfrm>
            <a:off x="286854" y="2118628"/>
            <a:ext cx="935450" cy="927125"/>
          </a:xfrm>
          <a:prstGeom prst="rect">
            <a:avLst/>
          </a:prstGeom>
          <a:noFill/>
          <a:ln>
            <a:noFill/>
          </a:ln>
        </p:spPr>
      </p:pic>
      <p:sp>
        <p:nvSpPr>
          <p:cNvPr id="792" name="Google Shape;792;g3d088728187_0_2235"/>
          <p:cNvSpPr txBox="1"/>
          <p:nvPr/>
        </p:nvSpPr>
        <p:spPr>
          <a:xfrm>
            <a:off x="1495800" y="2277000"/>
            <a:ext cx="1504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Roboto"/>
                <a:ea typeface="Roboto"/>
                <a:cs typeface="Roboto"/>
                <a:sym typeface="Roboto"/>
              </a:rPr>
              <a:t>Look for </a:t>
            </a:r>
            <a:r>
              <a:rPr b="1" i="0" lang="en" sz="1200" u="none" cap="none" strike="noStrike">
                <a:solidFill>
                  <a:schemeClr val="dk2"/>
                </a:solidFill>
                <a:latin typeface="Roboto"/>
                <a:ea typeface="Roboto"/>
                <a:cs typeface="Roboto"/>
                <a:sym typeface="Roboto"/>
              </a:rPr>
              <a:t>commonalities within existing integrations</a:t>
            </a:r>
            <a:endParaRPr b="1" i="0" sz="1000" u="none" cap="none" strike="noStrike">
              <a:solidFill>
                <a:schemeClr val="dk2"/>
              </a:solidFill>
              <a:latin typeface="Roboto"/>
              <a:ea typeface="Roboto"/>
              <a:cs typeface="Roboto"/>
              <a:sym typeface="Roboto"/>
            </a:endParaRPr>
          </a:p>
        </p:txBody>
      </p:sp>
      <p:sp>
        <p:nvSpPr>
          <p:cNvPr id="793" name="Google Shape;793;g3d088728187_0_2235"/>
          <p:cNvSpPr txBox="1"/>
          <p:nvPr/>
        </p:nvSpPr>
        <p:spPr>
          <a:xfrm>
            <a:off x="4991100" y="154900"/>
            <a:ext cx="2847900" cy="473310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rgbClr val="000000"/>
              </a:buClr>
              <a:buSzPts val="1500"/>
              <a:buFont typeface="Arial"/>
              <a:buNone/>
            </a:pPr>
            <a:r>
              <a:rPr b="1" i="0" lang="en" sz="1500" u="none" cap="none" strike="noStrike">
                <a:solidFill>
                  <a:srgbClr val="980000"/>
                </a:solidFill>
                <a:latin typeface="Calibri"/>
                <a:ea typeface="Calibri"/>
                <a:cs typeface="Calibri"/>
                <a:sym typeface="Calibri"/>
              </a:rPr>
              <a:t>Common Patterns</a:t>
            </a:r>
            <a:br>
              <a:rPr b="1" i="0" lang="en" sz="1500" u="none" cap="none" strike="noStrike">
                <a:solidFill>
                  <a:srgbClr val="980000"/>
                </a:solidFill>
                <a:latin typeface="Calibri"/>
                <a:ea typeface="Calibri"/>
                <a:cs typeface="Calibri"/>
                <a:sym typeface="Calibri"/>
              </a:rPr>
            </a:br>
            <a:endParaRPr b="1" i="0" sz="1500" u="none" cap="none" strike="noStrike">
              <a:solidFill>
                <a:srgbClr val="980000"/>
              </a:solidFill>
              <a:latin typeface="Calibri"/>
              <a:ea typeface="Calibri"/>
              <a:cs typeface="Calibri"/>
              <a:sym typeface="Calibri"/>
            </a:endParaRPr>
          </a:p>
          <a:p>
            <a:pPr indent="-323850" lvl="0" marL="457200" marR="0" rtl="0" algn="l">
              <a:lnSpc>
                <a:spcPct val="110000"/>
              </a:lnSpc>
              <a:spcBef>
                <a:spcPts val="0"/>
              </a:spcBef>
              <a:spcAft>
                <a:spcPts val="0"/>
              </a:spcAft>
              <a:buClr>
                <a:srgbClr val="980000"/>
              </a:buClr>
              <a:buSzPts val="1500"/>
              <a:buFont typeface="Calibri"/>
              <a:buChar char="●"/>
            </a:pPr>
            <a:r>
              <a:rPr b="0" i="0" lang="en" sz="1500" u="none" cap="none" strike="noStrike">
                <a:solidFill>
                  <a:srgbClr val="980000"/>
                </a:solidFill>
                <a:latin typeface="Calibri"/>
                <a:ea typeface="Calibri"/>
                <a:cs typeface="Calibri"/>
                <a:sym typeface="Calibri"/>
              </a:rPr>
              <a:t>Error Handling</a:t>
            </a:r>
            <a:endParaRPr b="0" i="0" sz="15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500"/>
              <a:buFont typeface="Arial"/>
              <a:buNone/>
            </a:pPr>
            <a:r>
              <a:t/>
            </a:r>
            <a:endParaRPr b="0" i="0" sz="1500" u="none" cap="none" strike="noStrike">
              <a:solidFill>
                <a:srgbClr val="980000"/>
              </a:solidFill>
              <a:latin typeface="Calibri"/>
              <a:ea typeface="Calibri"/>
              <a:cs typeface="Calibri"/>
              <a:sym typeface="Calibri"/>
            </a:endParaRPr>
          </a:p>
          <a:p>
            <a:pPr indent="-323850" lvl="0" marL="457200" marR="0" rtl="0" algn="l">
              <a:lnSpc>
                <a:spcPct val="110000"/>
              </a:lnSpc>
              <a:spcBef>
                <a:spcPts val="0"/>
              </a:spcBef>
              <a:spcAft>
                <a:spcPts val="0"/>
              </a:spcAft>
              <a:buClr>
                <a:srgbClr val="980000"/>
              </a:buClr>
              <a:buSzPts val="1500"/>
              <a:buFont typeface="Calibri"/>
              <a:buChar char="●"/>
            </a:pPr>
            <a:r>
              <a:rPr b="0" i="0" lang="en" sz="1500" u="none" cap="none" strike="noStrike">
                <a:solidFill>
                  <a:srgbClr val="980000"/>
                </a:solidFill>
                <a:latin typeface="Calibri"/>
                <a:ea typeface="Calibri"/>
                <a:cs typeface="Calibri"/>
                <a:sym typeface="Calibri"/>
              </a:rPr>
              <a:t>Auditing</a:t>
            </a:r>
            <a:endParaRPr b="0" i="0" sz="15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500"/>
              <a:buFont typeface="Arial"/>
              <a:buNone/>
            </a:pPr>
            <a:r>
              <a:t/>
            </a:r>
            <a:endParaRPr b="0" i="0" sz="1500" u="none" cap="none" strike="noStrike">
              <a:solidFill>
                <a:srgbClr val="980000"/>
              </a:solidFill>
              <a:latin typeface="Calibri"/>
              <a:ea typeface="Calibri"/>
              <a:cs typeface="Calibri"/>
              <a:sym typeface="Calibri"/>
            </a:endParaRPr>
          </a:p>
          <a:p>
            <a:pPr indent="-323850" lvl="0" marL="457200" marR="0" rtl="0" algn="l">
              <a:lnSpc>
                <a:spcPct val="110000"/>
              </a:lnSpc>
              <a:spcBef>
                <a:spcPts val="0"/>
              </a:spcBef>
              <a:spcAft>
                <a:spcPts val="0"/>
              </a:spcAft>
              <a:buClr>
                <a:srgbClr val="980000"/>
              </a:buClr>
              <a:buSzPts val="1500"/>
              <a:buFont typeface="Calibri"/>
              <a:buChar char="●"/>
            </a:pPr>
            <a:r>
              <a:rPr b="0" i="0" lang="en" sz="1500" u="none" cap="none" strike="noStrike">
                <a:solidFill>
                  <a:srgbClr val="980000"/>
                </a:solidFill>
                <a:latin typeface="Calibri"/>
                <a:ea typeface="Calibri"/>
                <a:cs typeface="Calibri"/>
                <a:sym typeface="Calibri"/>
              </a:rPr>
              <a:t>File Polling</a:t>
            </a:r>
            <a:endParaRPr b="0" i="0" sz="15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500"/>
              <a:buFont typeface="Arial"/>
              <a:buNone/>
            </a:pPr>
            <a:r>
              <a:t/>
            </a:r>
            <a:endParaRPr b="0" i="0" sz="1500" u="none" cap="none" strike="noStrike">
              <a:solidFill>
                <a:srgbClr val="980000"/>
              </a:solidFill>
              <a:latin typeface="Calibri"/>
              <a:ea typeface="Calibri"/>
              <a:cs typeface="Calibri"/>
              <a:sym typeface="Calibri"/>
            </a:endParaRPr>
          </a:p>
          <a:p>
            <a:pPr indent="-323850" lvl="0" marL="457200" marR="0" rtl="0" algn="l">
              <a:lnSpc>
                <a:spcPct val="110000"/>
              </a:lnSpc>
              <a:spcBef>
                <a:spcPts val="0"/>
              </a:spcBef>
              <a:spcAft>
                <a:spcPts val="0"/>
              </a:spcAft>
              <a:buClr>
                <a:srgbClr val="980000"/>
              </a:buClr>
              <a:buSzPts val="1500"/>
              <a:buFont typeface="Calibri"/>
              <a:buChar char="●"/>
            </a:pPr>
            <a:r>
              <a:rPr b="0" i="0" lang="en" sz="1500" u="none" cap="none" strike="noStrike">
                <a:solidFill>
                  <a:srgbClr val="980000"/>
                </a:solidFill>
                <a:latin typeface="Calibri"/>
                <a:ea typeface="Calibri"/>
                <a:cs typeface="Calibri"/>
                <a:sym typeface="Calibri"/>
              </a:rPr>
              <a:t>Bi-Directional Data Synchronization</a:t>
            </a:r>
            <a:endParaRPr b="0" i="0" sz="15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500"/>
              <a:buFont typeface="Arial"/>
              <a:buNone/>
            </a:pPr>
            <a:r>
              <a:t/>
            </a:r>
            <a:endParaRPr b="0" i="0" sz="1500" u="none" cap="none" strike="noStrike">
              <a:solidFill>
                <a:srgbClr val="980000"/>
              </a:solidFill>
              <a:latin typeface="Calibri"/>
              <a:ea typeface="Calibri"/>
              <a:cs typeface="Calibri"/>
              <a:sym typeface="Calibri"/>
            </a:endParaRPr>
          </a:p>
          <a:p>
            <a:pPr indent="-323850" lvl="0" marL="457200" marR="0" rtl="0" algn="l">
              <a:lnSpc>
                <a:spcPct val="110000"/>
              </a:lnSpc>
              <a:spcBef>
                <a:spcPts val="0"/>
              </a:spcBef>
              <a:spcAft>
                <a:spcPts val="0"/>
              </a:spcAft>
              <a:buClr>
                <a:srgbClr val="980000"/>
              </a:buClr>
              <a:buSzPts val="1500"/>
              <a:buFont typeface="Calibri"/>
              <a:buChar char="●"/>
            </a:pPr>
            <a:r>
              <a:rPr b="0" i="0" lang="en" sz="1500" u="none" cap="none" strike="noStrike">
                <a:solidFill>
                  <a:srgbClr val="980000"/>
                </a:solidFill>
                <a:latin typeface="Calibri"/>
                <a:ea typeface="Calibri"/>
                <a:cs typeface="Calibri"/>
                <a:sym typeface="Calibri"/>
              </a:rPr>
              <a:t>Publish Subscribe</a:t>
            </a:r>
            <a:endParaRPr b="0" i="0" sz="15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500"/>
              <a:buFont typeface="Arial"/>
              <a:buNone/>
            </a:pPr>
            <a:r>
              <a:t/>
            </a:r>
            <a:endParaRPr b="0" i="0" sz="1500" u="none" cap="none" strike="noStrike">
              <a:solidFill>
                <a:srgbClr val="980000"/>
              </a:solidFill>
              <a:latin typeface="Calibri"/>
              <a:ea typeface="Calibri"/>
              <a:cs typeface="Calibri"/>
              <a:sym typeface="Calibri"/>
            </a:endParaRPr>
          </a:p>
          <a:p>
            <a:pPr indent="-323850" lvl="0" marL="457200" marR="0" rtl="0" algn="l">
              <a:lnSpc>
                <a:spcPct val="110000"/>
              </a:lnSpc>
              <a:spcBef>
                <a:spcPts val="0"/>
              </a:spcBef>
              <a:spcAft>
                <a:spcPts val="0"/>
              </a:spcAft>
              <a:buClr>
                <a:srgbClr val="980000"/>
              </a:buClr>
              <a:buSzPts val="1500"/>
              <a:buFont typeface="Calibri"/>
              <a:buChar char="●"/>
            </a:pPr>
            <a:r>
              <a:rPr b="0" i="0" lang="en" sz="1500" u="none" cap="none" strike="noStrike">
                <a:solidFill>
                  <a:srgbClr val="980000"/>
                </a:solidFill>
                <a:latin typeface="Calibri"/>
                <a:ea typeface="Calibri"/>
                <a:cs typeface="Calibri"/>
                <a:sym typeface="Calibri"/>
              </a:rPr>
              <a:t>Fan Out</a:t>
            </a:r>
            <a:endParaRPr b="0" i="0" sz="15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500"/>
              <a:buFont typeface="Arial"/>
              <a:buNone/>
            </a:pPr>
            <a:r>
              <a:t/>
            </a:r>
            <a:endParaRPr b="0" i="0" sz="1500" u="none" cap="none" strike="noStrike">
              <a:solidFill>
                <a:srgbClr val="980000"/>
              </a:solidFill>
              <a:latin typeface="Calibri"/>
              <a:ea typeface="Calibri"/>
              <a:cs typeface="Calibri"/>
              <a:sym typeface="Calibri"/>
            </a:endParaRPr>
          </a:p>
          <a:p>
            <a:pPr indent="-323850" lvl="0" marL="457200" marR="0" rtl="0" algn="l">
              <a:lnSpc>
                <a:spcPct val="110000"/>
              </a:lnSpc>
              <a:spcBef>
                <a:spcPts val="0"/>
              </a:spcBef>
              <a:spcAft>
                <a:spcPts val="0"/>
              </a:spcAft>
              <a:buClr>
                <a:srgbClr val="980000"/>
              </a:buClr>
              <a:buSzPts val="1500"/>
              <a:buFont typeface="Calibri"/>
              <a:buChar char="●"/>
            </a:pPr>
            <a:r>
              <a:rPr b="0" i="0" lang="en" sz="1500" u="none" cap="none" strike="noStrike">
                <a:solidFill>
                  <a:srgbClr val="980000"/>
                </a:solidFill>
                <a:latin typeface="Calibri"/>
                <a:ea typeface="Calibri"/>
                <a:cs typeface="Calibri"/>
                <a:sym typeface="Calibri"/>
              </a:rPr>
              <a:t>Aggregate</a:t>
            </a:r>
            <a:endParaRPr b="0" i="0" sz="15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500"/>
              <a:buFont typeface="Arial"/>
              <a:buNone/>
            </a:pPr>
            <a:r>
              <a:t/>
            </a:r>
            <a:endParaRPr b="0" i="0" sz="1500" u="none" cap="none" strike="noStrike">
              <a:solidFill>
                <a:srgbClr val="980000"/>
              </a:solidFill>
              <a:latin typeface="Calibri"/>
              <a:ea typeface="Calibri"/>
              <a:cs typeface="Calibri"/>
              <a:sym typeface="Calibri"/>
            </a:endParaRPr>
          </a:p>
          <a:p>
            <a:pPr indent="-323850" lvl="0" marL="457200" marR="0" rtl="0" algn="l">
              <a:lnSpc>
                <a:spcPct val="110000"/>
              </a:lnSpc>
              <a:spcBef>
                <a:spcPts val="0"/>
              </a:spcBef>
              <a:spcAft>
                <a:spcPts val="0"/>
              </a:spcAft>
              <a:buClr>
                <a:srgbClr val="980000"/>
              </a:buClr>
              <a:buSzPts val="1500"/>
              <a:buFont typeface="Calibri"/>
              <a:buChar char="●"/>
            </a:pPr>
            <a:r>
              <a:rPr b="0" i="0" lang="en" sz="1500" u="none" cap="none" strike="noStrike">
                <a:solidFill>
                  <a:srgbClr val="980000"/>
                </a:solidFill>
                <a:latin typeface="Calibri"/>
                <a:ea typeface="Calibri"/>
                <a:cs typeface="Calibri"/>
                <a:sym typeface="Calibri"/>
              </a:rPr>
              <a:t>Streaming</a:t>
            </a:r>
            <a:endParaRPr b="0" i="0" sz="1500" u="none" cap="none" strike="noStrike">
              <a:solidFill>
                <a:srgbClr val="98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cbac9404e3_0_67"/>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1600">
                <a:latin typeface="Poppins SemiBold"/>
                <a:ea typeface="Poppins SemiBold"/>
                <a:cs typeface="Poppins SemiBold"/>
                <a:sym typeface="Poppins SemiBold"/>
              </a:rPr>
              <a:t>Pattern Hierarchy</a:t>
            </a:r>
            <a:endParaRPr sz="1600">
              <a:latin typeface="Poppins SemiBold"/>
              <a:ea typeface="Poppins SemiBold"/>
              <a:cs typeface="Poppins SemiBold"/>
              <a:sym typeface="Poppins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d088728187_0_230"/>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804" name="Google Shape;804;g3d088728187_0_230"/>
          <p:cNvSpPr txBox="1"/>
          <p:nvPr/>
        </p:nvSpPr>
        <p:spPr>
          <a:xfrm>
            <a:off x="591963" y="2352980"/>
            <a:ext cx="44910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descr="1. Architectural Style (Top Level)&#10;&#10;Defines how systems interact overall&#10;&#10;Synchronous vs Asynchronous&#10;&#10;Event-driven vs Request-driven&#10;&#10;Streaming vs Batch&#10;&#10;2. Interaction / Messaging Patterns&#10;&#10;Defines how data moves between systems&#10;&#10;Request–Reply&#10;&#10;Publish–Subscribe&#10;&#10;Message Queue&#10;&#10;Event Notification&#10;&#10;3. Processing Patterns&#10;&#10;Defines how data is processed&#10;&#10;Batch processing&#10;&#10;Streaming / real-time processing&#10;&#10;Micro-batching&#10;&#10;4. Implementation Patterns (Lowest Level)&#10;&#10;Defines how it is built&#10;&#10;Polling consumer&#10;&#10;Competing consumers&#10;&#10;Aggregator&#10;&#10;Splitter" id="805" name="Google Shape;805;g3d088728187_0_230"/>
          <p:cNvPicPr preferRelativeResize="0"/>
          <p:nvPr/>
        </p:nvPicPr>
        <p:blipFill rotWithShape="1">
          <a:blip r:embed="rId3">
            <a:alphaModFix/>
          </a:blip>
          <a:srcRect b="0" l="0" r="0" t="0"/>
          <a:stretch/>
        </p:blipFill>
        <p:spPr>
          <a:xfrm>
            <a:off x="166325" y="496900"/>
            <a:ext cx="5645875" cy="4554051"/>
          </a:xfrm>
          <a:prstGeom prst="rect">
            <a:avLst/>
          </a:prstGeom>
          <a:noFill/>
          <a:ln>
            <a:noFill/>
          </a:ln>
        </p:spPr>
      </p:pic>
      <p:sp>
        <p:nvSpPr>
          <p:cNvPr id="806" name="Google Shape;806;g3d088728187_0_230"/>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600" u="none" cap="none" strike="noStrike">
                <a:solidFill>
                  <a:schemeClr val="dk1"/>
                </a:solidFill>
                <a:latin typeface="Poppins Medium"/>
                <a:ea typeface="Poppins Medium"/>
                <a:cs typeface="Poppins Medium"/>
                <a:sym typeface="Poppins Medium"/>
              </a:rPr>
              <a:t>Pattern Hierarchy</a:t>
            </a:r>
            <a:endParaRPr b="0" i="0" sz="1600" u="none" cap="none" strike="noStrike">
              <a:solidFill>
                <a:schemeClr val="dk1"/>
              </a:solidFill>
              <a:latin typeface="Poppins Medium"/>
              <a:ea typeface="Poppins Medium"/>
              <a:cs typeface="Poppins Medium"/>
              <a:sym typeface="Poppins Medium"/>
            </a:endParaRPr>
          </a:p>
        </p:txBody>
      </p:sp>
      <p:sp>
        <p:nvSpPr>
          <p:cNvPr id="807" name="Google Shape;807;g3d088728187_0_230"/>
          <p:cNvSpPr txBox="1"/>
          <p:nvPr/>
        </p:nvSpPr>
        <p:spPr>
          <a:xfrm>
            <a:off x="5812200" y="530475"/>
            <a:ext cx="3217500" cy="182250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rgbClr val="000000"/>
              </a:buClr>
              <a:buSzPts val="1400"/>
              <a:buFont typeface="Arial"/>
              <a:buNone/>
            </a:pPr>
            <a:r>
              <a:rPr b="1" i="0" lang="en" sz="1400" u="none" cap="none" strike="noStrike">
                <a:solidFill>
                  <a:srgbClr val="0000FF"/>
                </a:solidFill>
                <a:latin typeface="Calibri"/>
                <a:ea typeface="Calibri"/>
                <a:cs typeface="Calibri"/>
                <a:sym typeface="Calibri"/>
              </a:rPr>
              <a:t>Event Driven Style</a:t>
            </a:r>
            <a:endParaRPr b="1" i="0" sz="1400" u="none" cap="none" strike="noStrike">
              <a:solidFill>
                <a:srgbClr val="0000FF"/>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0000FF"/>
              </a:solidFill>
              <a:latin typeface="Calibri"/>
              <a:ea typeface="Calibri"/>
              <a:cs typeface="Calibri"/>
              <a:sym typeface="Calibri"/>
            </a:endParaRPr>
          </a:p>
          <a:p>
            <a:pPr indent="457200" lvl="0" marL="0" marR="0" rtl="0" algn="l">
              <a:lnSpc>
                <a:spcPct val="110000"/>
              </a:lnSpc>
              <a:spcBef>
                <a:spcPts val="0"/>
              </a:spcBef>
              <a:spcAft>
                <a:spcPts val="0"/>
              </a:spcAft>
              <a:buClr>
                <a:srgbClr val="000000"/>
              </a:buClr>
              <a:buSzPts val="1400"/>
              <a:buFont typeface="Arial"/>
              <a:buNone/>
            </a:pPr>
            <a:r>
              <a:rPr b="1" i="0" lang="en" sz="1400" u="none" cap="none" strike="noStrike">
                <a:solidFill>
                  <a:srgbClr val="38761D"/>
                </a:solidFill>
                <a:latin typeface="Calibri"/>
                <a:ea typeface="Calibri"/>
                <a:cs typeface="Calibri"/>
                <a:sym typeface="Calibri"/>
              </a:rPr>
              <a:t>⇒ Pub-Sub Pattern</a:t>
            </a:r>
            <a:endParaRPr b="1" i="0" sz="1400" u="none" cap="none" strike="noStrike">
              <a:solidFill>
                <a:srgbClr val="38761D"/>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rPr b="0" i="0" lang="en" sz="1400" u="none" cap="none" strike="noStrike">
                <a:solidFill>
                  <a:srgbClr val="980000"/>
                </a:solidFill>
                <a:latin typeface="Calibri"/>
                <a:ea typeface="Calibri"/>
                <a:cs typeface="Calibri"/>
                <a:sym typeface="Calibri"/>
              </a:rPr>
              <a:t>   		</a:t>
            </a:r>
            <a:br>
              <a:rPr b="0" i="0" lang="en" sz="1400" u="none" cap="none" strike="noStrike">
                <a:solidFill>
                  <a:srgbClr val="980000"/>
                </a:solidFill>
                <a:latin typeface="Calibri"/>
                <a:ea typeface="Calibri"/>
                <a:cs typeface="Calibri"/>
                <a:sym typeface="Calibri"/>
              </a:rPr>
            </a:br>
            <a:r>
              <a:rPr b="1" i="0" lang="en" sz="1400" u="none" cap="none" strike="noStrike">
                <a:solidFill>
                  <a:srgbClr val="980000"/>
                </a:solidFill>
                <a:latin typeface="Calibri"/>
                <a:ea typeface="Calibri"/>
                <a:cs typeface="Calibri"/>
                <a:sym typeface="Calibri"/>
              </a:rPr>
              <a:t>		⇒ Real-time Processing</a:t>
            </a:r>
            <a:endParaRPr b="1"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rPr b="0" i="0" lang="en" sz="1400" u="none" cap="none" strike="noStrike">
                <a:solidFill>
                  <a:srgbClr val="980000"/>
                </a:solidFill>
                <a:latin typeface="Calibri"/>
                <a:ea typeface="Calibri"/>
                <a:cs typeface="Calibri"/>
                <a:sym typeface="Calibri"/>
              </a:rPr>
              <a:t>     			</a:t>
            </a:r>
            <a:br>
              <a:rPr b="0" i="0" lang="en" sz="1400" u="none" cap="none" strike="noStrike">
                <a:solidFill>
                  <a:srgbClr val="980000"/>
                </a:solidFill>
                <a:latin typeface="Calibri"/>
                <a:ea typeface="Calibri"/>
                <a:cs typeface="Calibri"/>
                <a:sym typeface="Calibri"/>
              </a:rPr>
            </a:br>
            <a:r>
              <a:rPr b="0" i="0" lang="en" sz="1400" u="none" cap="none" strike="noStrike">
                <a:solidFill>
                  <a:srgbClr val="980000"/>
                </a:solidFill>
                <a:latin typeface="Calibri"/>
                <a:ea typeface="Calibri"/>
                <a:cs typeface="Calibri"/>
                <a:sym typeface="Calibri"/>
              </a:rPr>
              <a:t>			=&gt; </a:t>
            </a:r>
            <a:r>
              <a:rPr b="1" i="0" lang="en" sz="1400" u="none" cap="none" strike="noStrike">
                <a:solidFill>
                  <a:srgbClr val="9900FF"/>
                </a:solidFill>
                <a:latin typeface="Calibri"/>
                <a:ea typeface="Calibri"/>
                <a:cs typeface="Calibri"/>
                <a:sym typeface="Calibri"/>
              </a:rPr>
              <a:t>Polling Consumer</a:t>
            </a:r>
            <a:endParaRPr b="1" i="0" sz="1400" u="none" cap="none" strike="noStrike">
              <a:solidFill>
                <a:srgbClr val="9900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g3d088728187_0_49"/>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
              <a:t>‹#›</a:t>
            </a:fld>
            <a:endParaRPr/>
          </a:p>
        </p:txBody>
      </p:sp>
      <p:sp>
        <p:nvSpPr>
          <p:cNvPr id="813" name="Google Shape;813;g3d088728187_0_49"/>
          <p:cNvSpPr txBox="1"/>
          <p:nvPr/>
        </p:nvSpPr>
        <p:spPr>
          <a:xfrm>
            <a:off x="591963" y="2352980"/>
            <a:ext cx="44910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814" name="Google Shape;814;g3d088728187_0_49"/>
          <p:cNvPicPr preferRelativeResize="0"/>
          <p:nvPr/>
        </p:nvPicPr>
        <p:blipFill rotWithShape="1">
          <a:blip r:embed="rId3">
            <a:alphaModFix/>
          </a:blip>
          <a:srcRect b="0" l="0" r="0" t="0"/>
          <a:stretch/>
        </p:blipFill>
        <p:spPr>
          <a:xfrm>
            <a:off x="166325" y="590950"/>
            <a:ext cx="5785951" cy="4072700"/>
          </a:xfrm>
          <a:prstGeom prst="rect">
            <a:avLst/>
          </a:prstGeom>
          <a:noFill/>
          <a:ln>
            <a:noFill/>
          </a:ln>
        </p:spPr>
      </p:pic>
      <p:sp>
        <p:nvSpPr>
          <p:cNvPr id="815" name="Google Shape;815;g3d088728187_0_49"/>
          <p:cNvSpPr txBox="1"/>
          <p:nvPr/>
        </p:nvSpPr>
        <p:spPr>
          <a:xfrm>
            <a:off x="6404350" y="1244100"/>
            <a:ext cx="2459400" cy="2655300"/>
          </a:xfrm>
          <a:prstGeom prst="rect">
            <a:avLst/>
          </a:prstGeom>
          <a:noFill/>
          <a:ln>
            <a:noFill/>
          </a:ln>
        </p:spPr>
        <p:txBody>
          <a:bodyPr anchorCtr="0" anchor="t" bIns="34275" lIns="68575" spcFirstLastPara="1" rIns="68575" wrap="square" tIns="34275">
            <a:spAutoFit/>
          </a:bodyPr>
          <a:lstStyle/>
          <a:p>
            <a:pPr indent="-317500" lvl="0" marL="457200" marR="0" rtl="0" algn="l">
              <a:lnSpc>
                <a:spcPct val="10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Different approaches can be adopted to help with establishing a ‘pattern based mindset’ within the organization.</a:t>
            </a:r>
            <a:endParaRPr b="0" i="0" sz="1400" u="none" cap="none" strike="noStrike">
              <a:solidFill>
                <a:srgbClr val="98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317500" lvl="0" marL="457200" marR="0" rtl="0" algn="l">
              <a:lnSpc>
                <a:spcPct val="10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A common approach is to understand patterns with different levels of abstraction with each level targeting a different level of granularity.</a:t>
            </a:r>
            <a:endParaRPr b="0" i="0" sz="1300" u="none" cap="none" strike="noStrike">
              <a:solidFill>
                <a:srgbClr val="000000"/>
              </a:solidFill>
              <a:latin typeface="Roboto"/>
              <a:ea typeface="Roboto"/>
              <a:cs typeface="Roboto"/>
              <a:sym typeface="Roboto"/>
            </a:endParaRPr>
          </a:p>
        </p:txBody>
      </p:sp>
      <p:sp>
        <p:nvSpPr>
          <p:cNvPr id="816" name="Google Shape;816;g3d088728187_0_49"/>
          <p:cNvSpPr txBox="1"/>
          <p:nvPr/>
        </p:nvSpPr>
        <p:spPr>
          <a:xfrm>
            <a:off x="166325" y="85325"/>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600" u="none" cap="none" strike="noStrike">
                <a:solidFill>
                  <a:schemeClr val="dk1"/>
                </a:solidFill>
                <a:latin typeface="Poppins Medium"/>
                <a:ea typeface="Poppins Medium"/>
                <a:cs typeface="Poppins Medium"/>
                <a:sym typeface="Poppins Medium"/>
              </a:rPr>
              <a:t>Pattern Hierarchy</a:t>
            </a:r>
            <a:endParaRPr b="0" i="0" sz="1600" u="none" cap="none" strike="noStrike">
              <a:solidFill>
                <a:schemeClr val="dk1"/>
              </a:solidFill>
              <a:latin typeface="Poppins Medium"/>
              <a:ea typeface="Poppins Medium"/>
              <a:cs typeface="Poppins Medium"/>
              <a:sym typeface="Poppi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d088728187_0_375"/>
          <p:cNvSpPr txBox="1"/>
          <p:nvPr>
            <p:ph type="title"/>
          </p:nvPr>
        </p:nvSpPr>
        <p:spPr>
          <a:xfrm>
            <a:off x="75100" y="71874"/>
            <a:ext cx="8469600" cy="2490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110000"/>
              </a:lnSpc>
              <a:spcBef>
                <a:spcPts val="0"/>
              </a:spcBef>
              <a:spcAft>
                <a:spcPts val="0"/>
              </a:spcAft>
              <a:buClr>
                <a:schemeClr val="accent6"/>
              </a:buClr>
              <a:buSzPct val="97590"/>
              <a:buFont typeface="Century Gothic"/>
              <a:buNone/>
            </a:pPr>
            <a:r>
              <a:rPr lang="en" sz="1660"/>
              <a:t>Pattern Examples</a:t>
            </a:r>
            <a:endParaRPr sz="1660"/>
          </a:p>
        </p:txBody>
      </p:sp>
      <p:sp>
        <p:nvSpPr>
          <p:cNvPr id="822" name="Google Shape;822;g3d088728187_0_375"/>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823" name="Google Shape;823;g3d088728187_0_375"/>
          <p:cNvSpPr/>
          <p:nvPr/>
        </p:nvSpPr>
        <p:spPr>
          <a:xfrm>
            <a:off x="297000" y="419200"/>
            <a:ext cx="3212700" cy="3909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1:1, 1:N</a:t>
            </a:r>
            <a:br>
              <a:rPr b="1" i="0" lang="en" sz="1100" u="none" cap="none" strike="noStrike">
                <a:solidFill>
                  <a:srgbClr val="000000"/>
                </a:solidFill>
                <a:latin typeface="Roboto"/>
                <a:ea typeface="Roboto"/>
                <a:cs typeface="Roboto"/>
                <a:sym typeface="Roboto"/>
              </a:rPr>
            </a:br>
            <a:r>
              <a:rPr b="1" i="0" lang="en" sz="1100" u="none" cap="none" strike="noStrike">
                <a:solidFill>
                  <a:srgbClr val="000000"/>
                </a:solidFill>
                <a:latin typeface="Roboto"/>
                <a:ea typeface="Roboto"/>
                <a:cs typeface="Roboto"/>
                <a:sym typeface="Roboto"/>
              </a:rPr>
              <a:t>N:1, N:N</a:t>
            </a:r>
            <a:endParaRPr b="1" i="0" sz="1100" u="none" cap="none" strike="noStrike">
              <a:solidFill>
                <a:srgbClr val="000000"/>
              </a:solidFill>
              <a:latin typeface="Roboto"/>
              <a:ea typeface="Roboto"/>
              <a:cs typeface="Roboto"/>
              <a:sym typeface="Roboto"/>
            </a:endParaRPr>
          </a:p>
        </p:txBody>
      </p:sp>
      <p:sp>
        <p:nvSpPr>
          <p:cNvPr id="824" name="Google Shape;824;g3d088728187_0_375"/>
          <p:cNvSpPr txBox="1"/>
          <p:nvPr/>
        </p:nvSpPr>
        <p:spPr>
          <a:xfrm>
            <a:off x="591963" y="2352980"/>
            <a:ext cx="44910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825" name="Google Shape;825;g3d088728187_0_375"/>
          <p:cNvPicPr preferRelativeResize="0"/>
          <p:nvPr/>
        </p:nvPicPr>
        <p:blipFill rotWithShape="1">
          <a:blip r:embed="rId3">
            <a:alphaModFix/>
          </a:blip>
          <a:srcRect b="0" l="0" r="0" t="0"/>
          <a:stretch/>
        </p:blipFill>
        <p:spPr>
          <a:xfrm>
            <a:off x="174688" y="810100"/>
            <a:ext cx="8794624" cy="4294150"/>
          </a:xfrm>
          <a:prstGeom prst="rect">
            <a:avLst/>
          </a:prstGeom>
          <a:noFill/>
          <a:ln>
            <a:noFill/>
          </a:ln>
        </p:spPr>
      </p:pic>
      <p:sp>
        <p:nvSpPr>
          <p:cNvPr id="826" name="Google Shape;826;g3d088728187_0_375"/>
          <p:cNvSpPr/>
          <p:nvPr/>
        </p:nvSpPr>
        <p:spPr>
          <a:xfrm>
            <a:off x="4668850" y="419200"/>
            <a:ext cx="3212700" cy="3909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File Polling, Message Aggregation</a:t>
            </a:r>
            <a:endParaRPr b="1" i="0" sz="1100" u="none" cap="none" strike="noStrike">
              <a:solidFill>
                <a:srgbClr val="000000"/>
              </a:solidFill>
              <a:latin typeface="Roboto"/>
              <a:ea typeface="Roboto"/>
              <a:cs typeface="Roboto"/>
              <a:sym typeface="Roboto"/>
            </a:endParaRPr>
          </a:p>
        </p:txBody>
      </p:sp>
      <p:sp>
        <p:nvSpPr>
          <p:cNvPr id="827" name="Google Shape;827;g3d088728187_0_375"/>
          <p:cNvSpPr/>
          <p:nvPr/>
        </p:nvSpPr>
        <p:spPr>
          <a:xfrm>
            <a:off x="7257450" y="3465750"/>
            <a:ext cx="1534800" cy="12969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Pub-Sub</a:t>
            </a:r>
            <a:br>
              <a:rPr b="1" i="0" lang="en" sz="1100" u="none" cap="none" strike="noStrike">
                <a:solidFill>
                  <a:srgbClr val="000000"/>
                </a:solidFill>
                <a:latin typeface="Roboto"/>
                <a:ea typeface="Roboto"/>
                <a:cs typeface="Roboto"/>
                <a:sym typeface="Roboto"/>
              </a:rPr>
            </a:br>
            <a:r>
              <a:rPr b="1" i="0" lang="en" sz="1100" u="none" cap="none" strike="noStrike">
                <a:solidFill>
                  <a:srgbClr val="000000"/>
                </a:solidFill>
                <a:latin typeface="Roboto"/>
                <a:ea typeface="Roboto"/>
                <a:cs typeface="Roboto"/>
                <a:sym typeface="Roboto"/>
              </a:rPr>
              <a:t>Fanout</a:t>
            </a:r>
            <a:br>
              <a:rPr b="1" i="0" lang="en" sz="1100" u="none" cap="none" strike="noStrike">
                <a:solidFill>
                  <a:srgbClr val="000000"/>
                </a:solidFill>
                <a:latin typeface="Roboto"/>
                <a:ea typeface="Roboto"/>
                <a:cs typeface="Roboto"/>
                <a:sym typeface="Roboto"/>
              </a:rPr>
            </a:br>
            <a:r>
              <a:rPr b="1" i="0" lang="en" sz="1100" u="none" cap="none" strike="noStrike">
                <a:solidFill>
                  <a:srgbClr val="000000"/>
                </a:solidFill>
                <a:latin typeface="Roboto"/>
                <a:ea typeface="Roboto"/>
                <a:cs typeface="Roboto"/>
                <a:sym typeface="Roboto"/>
              </a:rPr>
              <a:t>Message Router</a:t>
            </a:r>
            <a:endParaRPr b="1" i="0" sz="1100" u="none" cap="none" strike="noStrike">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g3d088728187_0_1664"/>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110000"/>
              </a:lnSpc>
              <a:spcBef>
                <a:spcPts val="0"/>
              </a:spcBef>
              <a:spcAft>
                <a:spcPts val="0"/>
              </a:spcAft>
              <a:buClr>
                <a:schemeClr val="accent6"/>
              </a:buClr>
              <a:buSzPct val="75000"/>
              <a:buFont typeface="Century Gothic"/>
              <a:buNone/>
            </a:pPr>
            <a:r>
              <a:rPr lang="en"/>
              <a:t>Pattern Template</a:t>
            </a:r>
            <a:endParaRPr/>
          </a:p>
        </p:txBody>
      </p:sp>
      <p:sp>
        <p:nvSpPr>
          <p:cNvPr id="833" name="Google Shape;833;g3d088728187_0_1664"/>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834" name="Google Shape;834;g3d088728187_0_1664"/>
          <p:cNvSpPr txBox="1"/>
          <p:nvPr/>
        </p:nvSpPr>
        <p:spPr>
          <a:xfrm>
            <a:off x="591963" y="2352980"/>
            <a:ext cx="44910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35" name="Google Shape;835;g3d088728187_0_1664"/>
          <p:cNvSpPr txBox="1"/>
          <p:nvPr/>
        </p:nvSpPr>
        <p:spPr>
          <a:xfrm>
            <a:off x="397599" y="806250"/>
            <a:ext cx="8094600" cy="3640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Roboto"/>
                <a:ea typeface="Roboto"/>
                <a:cs typeface="Roboto"/>
                <a:sym typeface="Roboto"/>
              </a:rPr>
              <a:t>Each documented pattern should following a consistent structure - Enables better discoverability and understanding across the developer community for the purposes of pattern selection.</a:t>
            </a:r>
            <a:endParaRPr b="0" i="0" sz="13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Name</a:t>
            </a:r>
            <a:r>
              <a:rPr b="0" i="0" lang="en" sz="1300" u="none" cap="none" strike="noStrike">
                <a:solidFill>
                  <a:srgbClr val="000000"/>
                </a:solidFill>
                <a:latin typeface="Roboto"/>
                <a:ea typeface="Roboto"/>
                <a:cs typeface="Roboto"/>
                <a:sym typeface="Roboto"/>
              </a:rPr>
              <a:t> - Unique name for the Pattern</a:t>
            </a:r>
            <a:endParaRPr b="0"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Context</a:t>
            </a:r>
            <a:r>
              <a:rPr b="0" i="0" lang="en" sz="1300" u="none" cap="none" strike="noStrike">
                <a:solidFill>
                  <a:srgbClr val="000000"/>
                </a:solidFill>
                <a:latin typeface="Roboto"/>
                <a:ea typeface="Roboto"/>
                <a:cs typeface="Roboto"/>
                <a:sym typeface="Roboto"/>
              </a:rPr>
              <a:t> - Broad context defining the scope of the pattern</a:t>
            </a:r>
            <a:endParaRPr b="0"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Type</a:t>
            </a:r>
            <a:r>
              <a:rPr b="0" i="0" lang="en" sz="1300" u="none" cap="none" strike="noStrike">
                <a:solidFill>
                  <a:srgbClr val="000000"/>
                </a:solidFill>
                <a:latin typeface="Roboto"/>
                <a:ea typeface="Roboto"/>
                <a:cs typeface="Roboto"/>
                <a:sym typeface="Roboto"/>
              </a:rPr>
              <a:t> - Defines type of integration - eg, File processing, synchronous, delta load - Pattern may span multiple types</a:t>
            </a:r>
            <a:endParaRPr b="0"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Problem</a:t>
            </a:r>
            <a:r>
              <a:rPr b="0" i="0" lang="en" sz="1300" u="none" cap="none" strike="noStrike">
                <a:solidFill>
                  <a:srgbClr val="000000"/>
                </a:solidFill>
                <a:latin typeface="Roboto"/>
                <a:ea typeface="Roboto"/>
                <a:cs typeface="Roboto"/>
                <a:sym typeface="Roboto"/>
              </a:rPr>
              <a:t> - The problem the pattern is designed to solve</a:t>
            </a:r>
            <a:endParaRPr b="0"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Forces</a:t>
            </a:r>
            <a:r>
              <a:rPr b="0" i="0" lang="en" sz="1300" u="none" cap="none" strike="noStrike">
                <a:solidFill>
                  <a:srgbClr val="000000"/>
                </a:solidFill>
                <a:latin typeface="Roboto"/>
                <a:ea typeface="Roboto"/>
                <a:cs typeface="Roboto"/>
                <a:sym typeface="Roboto"/>
              </a:rPr>
              <a:t> - What are the constraints that make the problem different to solve?</a:t>
            </a:r>
            <a:endParaRPr b="0"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Solution</a:t>
            </a:r>
            <a:r>
              <a:rPr b="0" i="0" lang="en" sz="1300" u="none" cap="none" strike="noStrike">
                <a:solidFill>
                  <a:srgbClr val="000000"/>
                </a:solidFill>
                <a:latin typeface="Roboto"/>
                <a:ea typeface="Roboto"/>
                <a:cs typeface="Roboto"/>
                <a:sym typeface="Roboto"/>
              </a:rPr>
              <a:t> -  The approach encompassed by the Pattern- Documented approach</a:t>
            </a:r>
            <a:endParaRPr b="0"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Results</a:t>
            </a:r>
            <a:r>
              <a:rPr b="0" i="0" lang="en" sz="1300" u="none" cap="none" strike="noStrike">
                <a:solidFill>
                  <a:srgbClr val="000000"/>
                </a:solidFill>
                <a:latin typeface="Roboto"/>
                <a:ea typeface="Roboto"/>
                <a:cs typeface="Roboto"/>
                <a:sym typeface="Roboto"/>
              </a:rPr>
              <a:t> - </a:t>
            </a:r>
            <a:r>
              <a:rPr b="0" i="0" lang="en" sz="1300" u="none" cap="none" strike="noStrike">
                <a:solidFill>
                  <a:schemeClr val="dk2"/>
                </a:solidFill>
                <a:latin typeface="Roboto"/>
                <a:ea typeface="Roboto"/>
                <a:cs typeface="Roboto"/>
                <a:sym typeface="Roboto"/>
              </a:rPr>
              <a:t>What are the expected results after applying the pattern highlighting any challenges that may arise</a:t>
            </a:r>
            <a:endParaRPr b="0"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Additional Considerations</a:t>
            </a:r>
            <a:r>
              <a:rPr b="0" i="0" lang="en" sz="1300" u="none" cap="none" strike="noStrike">
                <a:solidFill>
                  <a:srgbClr val="000000"/>
                </a:solidFill>
                <a:latin typeface="Roboto"/>
                <a:ea typeface="Roboto"/>
                <a:cs typeface="Roboto"/>
                <a:sym typeface="Roboto"/>
              </a:rPr>
              <a:t> - Highlight any non functional factors that need to be considered, for example limitations of the downstream system, timeliness factors etc.</a:t>
            </a:r>
            <a:endParaRPr b="0" i="0" sz="1300" u="none" cap="none" strike="noStrike">
              <a:solidFill>
                <a:srgbClr val="000000"/>
              </a:solidFill>
              <a:latin typeface="Roboto"/>
              <a:ea typeface="Roboto"/>
              <a:cs typeface="Roboto"/>
              <a:sym typeface="Roboto"/>
            </a:endParaRPr>
          </a:p>
          <a:p>
            <a:pPr indent="-311150" lvl="0" marL="457200" marR="0" rtl="0" algn="l">
              <a:lnSpc>
                <a:spcPct val="100000"/>
              </a:lnSpc>
              <a:spcBef>
                <a:spcPts val="0"/>
              </a:spcBef>
              <a:spcAft>
                <a:spcPts val="0"/>
              </a:spcAft>
              <a:buClr>
                <a:srgbClr val="000000"/>
              </a:buClr>
              <a:buSzPts val="1300"/>
              <a:buFont typeface="Roboto"/>
              <a:buChar char="●"/>
            </a:pPr>
            <a:r>
              <a:rPr b="1" i="0" lang="en" sz="1300" u="none" cap="none" strike="noStrike">
                <a:solidFill>
                  <a:srgbClr val="000000"/>
                </a:solidFill>
                <a:latin typeface="Roboto"/>
                <a:ea typeface="Roboto"/>
                <a:cs typeface="Roboto"/>
                <a:sym typeface="Roboto"/>
              </a:rPr>
              <a:t>Real World Example</a:t>
            </a:r>
            <a:r>
              <a:rPr b="0" i="0" lang="en" sz="1300" u="none" cap="none" strike="noStrike">
                <a:solidFill>
                  <a:srgbClr val="000000"/>
                </a:solidFill>
                <a:latin typeface="Roboto"/>
                <a:ea typeface="Roboto"/>
                <a:cs typeface="Roboto"/>
                <a:sym typeface="Roboto"/>
              </a:rPr>
              <a:t> - End to end scenarios that explains how the pattern is applied in the broader context of the integration use case</a:t>
            </a:r>
            <a:endParaRPr b="0" i="0" sz="1300" u="none" cap="none" strike="noStrike">
              <a:solidFill>
                <a:srgbClr val="000000"/>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g3d088728187_0_9"/>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2100">
                <a:latin typeface="Poppins SemiBold"/>
                <a:ea typeface="Poppins SemiBold"/>
                <a:cs typeface="Poppins SemiBold"/>
                <a:sym typeface="Poppins SemiBold"/>
              </a:rPr>
              <a:t>Modularization with the Pipeline Execute Snap</a:t>
            </a:r>
            <a:endParaRPr sz="2100">
              <a:latin typeface="Poppins SemiBold"/>
              <a:ea typeface="Poppins SemiBold"/>
              <a:cs typeface="Poppins SemiBold"/>
              <a:sym typeface="Poppins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g3d088728187_0_0"/>
          <p:cNvSpPr/>
          <p:nvPr/>
        </p:nvSpPr>
        <p:spPr>
          <a:xfrm>
            <a:off x="3890725" y="461550"/>
            <a:ext cx="2913900" cy="15687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LOCAL_NODE (For Ultra, and small loads)</a:t>
            </a:r>
            <a:br>
              <a:rPr b="1" i="0" lang="en" sz="1100" u="none" cap="none" strike="noStrike">
                <a:solidFill>
                  <a:srgbClr val="000000"/>
                </a:solidFill>
                <a:latin typeface="Roboto"/>
                <a:ea typeface="Roboto"/>
                <a:cs typeface="Roboto"/>
                <a:sym typeface="Roboto"/>
              </a:rPr>
            </a:br>
            <a:br>
              <a:rPr b="1" i="0" lang="en" sz="1100" u="none" cap="none" strike="noStrike">
                <a:solidFill>
                  <a:srgbClr val="000000"/>
                </a:solidFill>
                <a:latin typeface="Roboto"/>
                <a:ea typeface="Roboto"/>
                <a:cs typeface="Roboto"/>
                <a:sym typeface="Roboto"/>
              </a:rPr>
            </a:br>
            <a:r>
              <a:rPr b="1" i="0" lang="en" sz="1100" u="none" cap="none" strike="noStrike">
                <a:solidFill>
                  <a:srgbClr val="000000"/>
                </a:solidFill>
                <a:latin typeface="Roboto"/>
                <a:ea typeface="Roboto"/>
                <a:cs typeface="Roboto"/>
                <a:sym typeface="Roboto"/>
              </a:rPr>
              <a:t> LOCAL_SNAPLEX (Distribution of intensive workloads)</a:t>
            </a:r>
            <a:br>
              <a:rPr b="1" i="0" lang="en" sz="1100" u="none" cap="none" strike="noStrike">
                <a:solidFill>
                  <a:srgbClr val="000000"/>
                </a:solidFill>
                <a:latin typeface="Roboto"/>
                <a:ea typeface="Roboto"/>
                <a:cs typeface="Roboto"/>
                <a:sym typeface="Roboto"/>
              </a:rPr>
            </a:br>
            <a:br>
              <a:rPr b="1" i="0" lang="en" sz="1100" u="none" cap="none" strike="noStrike">
                <a:solidFill>
                  <a:srgbClr val="000000"/>
                </a:solidFill>
                <a:latin typeface="Roboto"/>
                <a:ea typeface="Roboto"/>
                <a:cs typeface="Roboto"/>
                <a:sym typeface="Roboto"/>
              </a:rPr>
            </a:br>
            <a:r>
              <a:rPr b="1" i="0" lang="en" sz="1100" u="none" cap="none" strike="noStrike">
                <a:solidFill>
                  <a:srgbClr val="000000"/>
                </a:solidFill>
                <a:latin typeface="Roboto"/>
                <a:ea typeface="Roboto"/>
                <a:cs typeface="Roboto"/>
                <a:sym typeface="Roboto"/>
              </a:rPr>
              <a:t> SNAPLEX_WITH_PATH (Workload distribution / Connectivity requirements</a:t>
            </a:r>
            <a:endParaRPr b="1" i="0" sz="1100" u="none" cap="none" strike="noStrike">
              <a:solidFill>
                <a:srgbClr val="000000"/>
              </a:solidFill>
              <a:latin typeface="Roboto"/>
              <a:ea typeface="Roboto"/>
              <a:cs typeface="Roboto"/>
              <a:sym typeface="Roboto"/>
            </a:endParaRPr>
          </a:p>
        </p:txBody>
      </p:sp>
      <p:sp>
        <p:nvSpPr>
          <p:cNvPr id="846" name="Google Shape;846;g3d088728187_0_0"/>
          <p:cNvSpPr txBox="1"/>
          <p:nvPr/>
        </p:nvSpPr>
        <p:spPr>
          <a:xfrm>
            <a:off x="6748200" y="2030100"/>
            <a:ext cx="2395800" cy="2770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With Pool size &gt; 1, as many child PL instances are started as needed to process the input documents (each having the size specified in Batch size)</a:t>
            </a:r>
            <a:endParaRPr b="0"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Each child PL completes once the input batch is processed.</a:t>
            </a:r>
            <a:endParaRPr b="0" i="0" sz="1400" u="none" cap="none" strike="noStrike">
              <a:solidFill>
                <a:srgbClr val="980000"/>
              </a:solidFill>
              <a:latin typeface="Calibri"/>
              <a:ea typeface="Calibri"/>
              <a:cs typeface="Calibri"/>
              <a:sym typeface="Calibri"/>
            </a:endParaRPr>
          </a:p>
        </p:txBody>
      </p:sp>
      <p:sp>
        <p:nvSpPr>
          <p:cNvPr id="847" name="Google Shape;847;g3d088728187_0_0"/>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800" u="none" cap="none" strike="noStrike">
                <a:solidFill>
                  <a:schemeClr val="dk1"/>
                </a:solidFill>
                <a:latin typeface="Poppins Medium"/>
                <a:ea typeface="Poppins Medium"/>
                <a:cs typeface="Poppins Medium"/>
                <a:sym typeface="Poppins Medium"/>
              </a:rPr>
              <a:t>Modularization using Pipeline Execute Snap</a:t>
            </a:r>
            <a:endParaRPr b="0" i="0" sz="1800" u="none" cap="none" strike="noStrike">
              <a:solidFill>
                <a:schemeClr val="dk1"/>
              </a:solidFill>
              <a:latin typeface="Poppins Medium"/>
              <a:ea typeface="Poppins Medium"/>
              <a:cs typeface="Poppins Medium"/>
              <a:sym typeface="Poppins Medium"/>
            </a:endParaRPr>
          </a:p>
        </p:txBody>
      </p:sp>
      <p:sp>
        <p:nvSpPr>
          <p:cNvPr id="848" name="Google Shape;848;g3d088728187_0_0"/>
          <p:cNvSpPr txBox="1"/>
          <p:nvPr>
            <p:ph type="title"/>
          </p:nvPr>
        </p:nvSpPr>
        <p:spPr>
          <a:xfrm>
            <a:off x="53675" y="4691875"/>
            <a:ext cx="8807700" cy="35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a:t>https://docs.snaplogic.com/snaps/snaps-core/sp-flow/snap-pipeline-execute.html</a:t>
            </a:r>
            <a:endParaRPr sz="1100"/>
          </a:p>
        </p:txBody>
      </p:sp>
      <p:sp>
        <p:nvSpPr>
          <p:cNvPr id="849" name="Google Shape;849;g3d088728187_0_0"/>
          <p:cNvSpPr txBox="1"/>
          <p:nvPr/>
        </p:nvSpPr>
        <p:spPr>
          <a:xfrm>
            <a:off x="6748200" y="757475"/>
            <a:ext cx="2337900" cy="1111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Modularization based on business functions to simplify complex or monolithic pipelines</a:t>
            </a:r>
            <a:endParaRPr b="0" i="0" sz="1400" u="none" cap="none" strike="noStrike">
              <a:solidFill>
                <a:srgbClr val="980000"/>
              </a:solidFill>
              <a:latin typeface="Calibri"/>
              <a:ea typeface="Calibri"/>
              <a:cs typeface="Calibri"/>
              <a:sym typeface="Calibri"/>
            </a:endParaRPr>
          </a:p>
        </p:txBody>
      </p:sp>
      <p:pic>
        <p:nvPicPr>
          <p:cNvPr id="850" name="Google Shape;850;g3d088728187_0_0"/>
          <p:cNvPicPr preferRelativeResize="0"/>
          <p:nvPr/>
        </p:nvPicPr>
        <p:blipFill rotWithShape="1">
          <a:blip r:embed="rId3">
            <a:alphaModFix/>
          </a:blip>
          <a:srcRect b="0" l="0" r="0" t="0"/>
          <a:stretch/>
        </p:blipFill>
        <p:spPr>
          <a:xfrm>
            <a:off x="226025" y="627000"/>
            <a:ext cx="3452850" cy="1140100"/>
          </a:xfrm>
          <a:prstGeom prst="rect">
            <a:avLst/>
          </a:prstGeom>
          <a:noFill/>
          <a:ln>
            <a:noFill/>
          </a:ln>
        </p:spPr>
      </p:pic>
      <p:pic>
        <p:nvPicPr>
          <p:cNvPr id="851" name="Google Shape;851;g3d088728187_0_0"/>
          <p:cNvPicPr preferRelativeResize="0"/>
          <p:nvPr/>
        </p:nvPicPr>
        <p:blipFill rotWithShape="1">
          <a:blip r:embed="rId4">
            <a:alphaModFix/>
          </a:blip>
          <a:srcRect b="0" l="0" r="0" t="0"/>
          <a:stretch/>
        </p:blipFill>
        <p:spPr>
          <a:xfrm>
            <a:off x="166325" y="2090651"/>
            <a:ext cx="6772799" cy="2555050"/>
          </a:xfrm>
          <a:prstGeom prst="rect">
            <a:avLst/>
          </a:prstGeom>
          <a:noFill/>
          <a:ln>
            <a:noFill/>
          </a:ln>
        </p:spPr>
      </p:pic>
      <p:sp>
        <p:nvSpPr>
          <p:cNvPr id="852" name="Google Shape;852;g3d088728187_0_0"/>
          <p:cNvSpPr/>
          <p:nvPr/>
        </p:nvSpPr>
        <p:spPr>
          <a:xfrm>
            <a:off x="1542000" y="760123"/>
            <a:ext cx="1887000" cy="354000"/>
          </a:xfrm>
          <a:prstGeom prst="roundRect">
            <a:avLst>
              <a:gd fmla="val 15026"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No. of documents per batch</a:t>
            </a:r>
            <a:endParaRPr b="1" i="0" sz="1100" u="none" cap="none" strike="noStrike">
              <a:solidFill>
                <a:srgbClr val="000000"/>
              </a:solidFill>
              <a:latin typeface="Roboto"/>
              <a:ea typeface="Roboto"/>
              <a:cs typeface="Roboto"/>
              <a:sym typeface="Roboto"/>
            </a:endParaRPr>
          </a:p>
        </p:txBody>
      </p:sp>
      <p:sp>
        <p:nvSpPr>
          <p:cNvPr id="853" name="Google Shape;853;g3d088728187_0_0"/>
          <p:cNvSpPr/>
          <p:nvPr/>
        </p:nvSpPr>
        <p:spPr>
          <a:xfrm>
            <a:off x="1542000" y="1348450"/>
            <a:ext cx="1887000" cy="3540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Max No. of child PL instances</a:t>
            </a:r>
            <a:endParaRPr b="1" i="0" sz="1100" u="none" cap="none" strike="noStrike">
              <a:solidFill>
                <a:srgbClr val="000000"/>
              </a:solidFill>
              <a:latin typeface="Roboto"/>
              <a:ea typeface="Roboto"/>
              <a:cs typeface="Roboto"/>
              <a:sym typeface="Roboto"/>
            </a:endParaRPr>
          </a:p>
        </p:txBody>
      </p:sp>
      <p:sp>
        <p:nvSpPr>
          <p:cNvPr id="854" name="Google Shape;854;g3d088728187_0_0"/>
          <p:cNvSpPr/>
          <p:nvPr/>
        </p:nvSpPr>
        <p:spPr>
          <a:xfrm>
            <a:off x="6417300" y="2889800"/>
            <a:ext cx="429900" cy="686100"/>
          </a:xfrm>
          <a:prstGeom prst="roundRect">
            <a:avLst>
              <a:gd fmla="val 16667" name="adj"/>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55" name="Google Shape;855;g3d088728187_0_0"/>
          <p:cNvSpPr/>
          <p:nvPr/>
        </p:nvSpPr>
        <p:spPr>
          <a:xfrm>
            <a:off x="426850" y="3885900"/>
            <a:ext cx="993900" cy="686100"/>
          </a:xfrm>
          <a:prstGeom prst="roundRect">
            <a:avLst>
              <a:gd fmla="val 16667" name="adj"/>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56" name="Google Shape;856;g3d088728187_0_0"/>
          <p:cNvSpPr/>
          <p:nvPr/>
        </p:nvSpPr>
        <p:spPr>
          <a:xfrm>
            <a:off x="2830524" y="3646800"/>
            <a:ext cx="2166600" cy="8094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Batching is not supported in Ultra Pipelines</a:t>
            </a:r>
            <a:endParaRPr b="1" i="0" sz="1100" u="none" cap="none" strike="noStrike">
              <a:solidFill>
                <a:srgbClr val="0000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pic>
        <p:nvPicPr>
          <p:cNvPr id="861" name="Google Shape;861;g3d088728187_0_27"/>
          <p:cNvPicPr preferRelativeResize="0"/>
          <p:nvPr/>
        </p:nvPicPr>
        <p:blipFill rotWithShape="1">
          <a:blip r:embed="rId3">
            <a:alphaModFix/>
          </a:blip>
          <a:srcRect b="0" l="0" r="0" t="0"/>
          <a:stretch/>
        </p:blipFill>
        <p:spPr>
          <a:xfrm>
            <a:off x="166325" y="589575"/>
            <a:ext cx="2884900" cy="944100"/>
          </a:xfrm>
          <a:prstGeom prst="rect">
            <a:avLst/>
          </a:prstGeom>
          <a:solidFill>
            <a:srgbClr val="FCE5CD"/>
          </a:solidFill>
          <a:ln>
            <a:noFill/>
          </a:ln>
        </p:spPr>
      </p:pic>
      <p:sp>
        <p:nvSpPr>
          <p:cNvPr id="862" name="Google Shape;862;g3d088728187_0_27"/>
          <p:cNvSpPr txBox="1"/>
          <p:nvPr/>
        </p:nvSpPr>
        <p:spPr>
          <a:xfrm>
            <a:off x="6728725" y="1389075"/>
            <a:ext cx="2245800" cy="34818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Child PL must have an unlinked input view, and must send the documents back to the parent Pipeline.</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Child PL instances are  created and remain running until the input documents are completed.</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Review available node capacity.</a:t>
            </a:r>
            <a:endParaRPr b="0" i="0" sz="1400" u="none" cap="none" strike="noStrike">
              <a:solidFill>
                <a:srgbClr val="980000"/>
              </a:solidFill>
              <a:latin typeface="Calibri"/>
              <a:ea typeface="Calibri"/>
              <a:cs typeface="Calibri"/>
              <a:sym typeface="Calibri"/>
            </a:endParaRPr>
          </a:p>
        </p:txBody>
      </p:sp>
      <p:sp>
        <p:nvSpPr>
          <p:cNvPr id="863" name="Google Shape;863;g3d088728187_0_27"/>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600" u="none" cap="none" strike="noStrike">
                <a:solidFill>
                  <a:schemeClr val="dk1"/>
                </a:solidFill>
                <a:latin typeface="Poppins Medium"/>
                <a:ea typeface="Poppins Medium"/>
                <a:cs typeface="Poppins Medium"/>
                <a:sym typeface="Poppins Medium"/>
              </a:rPr>
              <a:t>Modularization using Pipeline Execute Snap</a:t>
            </a:r>
            <a:endParaRPr b="0" i="0" sz="1600" u="none" cap="none" strike="noStrike">
              <a:solidFill>
                <a:schemeClr val="dk1"/>
              </a:solidFill>
              <a:latin typeface="Poppins Medium"/>
              <a:ea typeface="Poppins Medium"/>
              <a:cs typeface="Poppins Medium"/>
              <a:sym typeface="Poppins Medium"/>
            </a:endParaRPr>
          </a:p>
        </p:txBody>
      </p:sp>
      <p:sp>
        <p:nvSpPr>
          <p:cNvPr id="864" name="Google Shape;864;g3d088728187_0_27"/>
          <p:cNvSpPr txBox="1"/>
          <p:nvPr>
            <p:ph type="title"/>
          </p:nvPr>
        </p:nvSpPr>
        <p:spPr>
          <a:xfrm>
            <a:off x="53675" y="4691875"/>
            <a:ext cx="8807700" cy="35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a:t>https://docs.snaplogic.com/snaps/snaps-core/sp-flow/snap-pipeline-execute.html</a:t>
            </a:r>
            <a:endParaRPr sz="1100"/>
          </a:p>
        </p:txBody>
      </p:sp>
      <p:sp>
        <p:nvSpPr>
          <p:cNvPr id="865" name="Google Shape;865;g3d088728187_0_27"/>
          <p:cNvSpPr txBox="1"/>
          <p:nvPr/>
        </p:nvSpPr>
        <p:spPr>
          <a:xfrm>
            <a:off x="6682675" y="457288"/>
            <a:ext cx="2337900" cy="874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Performant for applicable streaming use cases.</a:t>
            </a:r>
            <a:endParaRPr b="0" i="0" sz="1400" u="none" cap="none" strike="noStrike">
              <a:solidFill>
                <a:srgbClr val="980000"/>
              </a:solidFill>
              <a:latin typeface="Calibri"/>
              <a:ea typeface="Calibri"/>
              <a:cs typeface="Calibri"/>
              <a:sym typeface="Calibri"/>
            </a:endParaRPr>
          </a:p>
        </p:txBody>
      </p:sp>
      <p:sp>
        <p:nvSpPr>
          <p:cNvPr id="866" name="Google Shape;866;g3d088728187_0_27"/>
          <p:cNvSpPr/>
          <p:nvPr/>
        </p:nvSpPr>
        <p:spPr>
          <a:xfrm>
            <a:off x="1009250" y="1073950"/>
            <a:ext cx="1887000" cy="3540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Max No. of child PL instances</a:t>
            </a:r>
            <a:endParaRPr b="1" i="0" sz="1100" u="none" cap="none" strike="noStrike">
              <a:solidFill>
                <a:srgbClr val="000000"/>
              </a:solidFill>
              <a:latin typeface="Roboto"/>
              <a:ea typeface="Roboto"/>
              <a:cs typeface="Roboto"/>
              <a:sym typeface="Roboto"/>
            </a:endParaRPr>
          </a:p>
        </p:txBody>
      </p:sp>
      <p:pic>
        <p:nvPicPr>
          <p:cNvPr id="867" name="Google Shape;867;g3d088728187_0_27"/>
          <p:cNvPicPr preferRelativeResize="0"/>
          <p:nvPr/>
        </p:nvPicPr>
        <p:blipFill rotWithShape="1">
          <a:blip r:embed="rId4">
            <a:alphaModFix/>
          </a:blip>
          <a:srcRect b="0" l="0" r="0" t="0"/>
          <a:stretch/>
        </p:blipFill>
        <p:spPr>
          <a:xfrm>
            <a:off x="166325" y="1852200"/>
            <a:ext cx="2517263" cy="1348200"/>
          </a:xfrm>
          <a:prstGeom prst="rect">
            <a:avLst/>
          </a:prstGeom>
          <a:noFill/>
          <a:ln>
            <a:noFill/>
          </a:ln>
        </p:spPr>
      </p:pic>
      <p:pic>
        <p:nvPicPr>
          <p:cNvPr id="868" name="Google Shape;868;g3d088728187_0_27"/>
          <p:cNvPicPr preferRelativeResize="0"/>
          <p:nvPr/>
        </p:nvPicPr>
        <p:blipFill rotWithShape="1">
          <a:blip r:embed="rId5">
            <a:alphaModFix/>
          </a:blip>
          <a:srcRect b="0" l="0" r="0" t="0"/>
          <a:stretch/>
        </p:blipFill>
        <p:spPr>
          <a:xfrm>
            <a:off x="117900" y="3302775"/>
            <a:ext cx="6016849" cy="1286725"/>
          </a:xfrm>
          <a:prstGeom prst="rect">
            <a:avLst/>
          </a:prstGeom>
          <a:noFill/>
          <a:ln>
            <a:noFill/>
          </a:ln>
        </p:spPr>
      </p:pic>
      <p:sp>
        <p:nvSpPr>
          <p:cNvPr id="869" name="Google Shape;869;g3d088728187_0_27"/>
          <p:cNvSpPr/>
          <p:nvPr/>
        </p:nvSpPr>
        <p:spPr>
          <a:xfrm>
            <a:off x="394575" y="2075175"/>
            <a:ext cx="1381200" cy="1027800"/>
          </a:xfrm>
          <a:prstGeom prst="roundRect">
            <a:avLst>
              <a:gd fmla="val 16667" name="adj"/>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70" name="Google Shape;870;g3d088728187_0_27"/>
          <p:cNvSpPr/>
          <p:nvPr/>
        </p:nvSpPr>
        <p:spPr>
          <a:xfrm>
            <a:off x="4520325" y="3828425"/>
            <a:ext cx="798300" cy="686100"/>
          </a:xfrm>
          <a:prstGeom prst="roundRect">
            <a:avLst>
              <a:gd fmla="val 16667" name="adj"/>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71" name="Google Shape;871;g3d088728187_0_27"/>
          <p:cNvSpPr/>
          <p:nvPr/>
        </p:nvSpPr>
        <p:spPr>
          <a:xfrm>
            <a:off x="4000200" y="717900"/>
            <a:ext cx="2409000" cy="11343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Roboto"/>
                <a:ea typeface="Roboto"/>
                <a:cs typeface="Roboto"/>
                <a:sym typeface="Roboto"/>
              </a:rPr>
              <a:t>For Ultra tasks, LOCAL_NODE option must be selected to maintain Lineage.</a:t>
            </a:r>
            <a:endParaRPr b="1" i="0" sz="11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d088728187_0_1121"/>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2400">
                <a:latin typeface="Poppins SemiBold"/>
                <a:ea typeface="Poppins SemiBold"/>
                <a:cs typeface="Poppins SemiBold"/>
                <a:sym typeface="Poppins SemiBold"/>
              </a:rPr>
              <a:t>Error Pipelines</a:t>
            </a:r>
            <a:endParaRPr sz="2400">
              <a:latin typeface="Poppins SemiBold"/>
              <a:ea typeface="Poppins SemiBold"/>
              <a:cs typeface="Poppins SemiBold"/>
              <a:sym typeface="Poppins Semi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g3d088728187_0_1146"/>
          <p:cNvPicPr preferRelativeResize="0"/>
          <p:nvPr/>
        </p:nvPicPr>
        <p:blipFill rotWithShape="1">
          <a:blip r:embed="rId3">
            <a:alphaModFix/>
          </a:blip>
          <a:srcRect b="0" l="0" r="0" t="0"/>
          <a:stretch/>
        </p:blipFill>
        <p:spPr>
          <a:xfrm>
            <a:off x="190400" y="485225"/>
            <a:ext cx="5698625" cy="1831925"/>
          </a:xfrm>
          <a:prstGeom prst="rect">
            <a:avLst/>
          </a:prstGeom>
          <a:noFill/>
          <a:ln>
            <a:noFill/>
          </a:ln>
        </p:spPr>
      </p:pic>
      <p:sp>
        <p:nvSpPr>
          <p:cNvPr id="882" name="Google Shape;882;g3d088728187_0_1146"/>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600" u="none" cap="none" strike="noStrike">
                <a:solidFill>
                  <a:schemeClr val="dk1"/>
                </a:solidFill>
                <a:latin typeface="Poppins Medium"/>
                <a:ea typeface="Poppins Medium"/>
                <a:cs typeface="Poppins Medium"/>
                <a:sym typeface="Poppins Medium"/>
              </a:rPr>
              <a:t>Error Pipelines</a:t>
            </a:r>
            <a:endParaRPr b="0" i="0" sz="1600" u="none" cap="none" strike="noStrike">
              <a:solidFill>
                <a:schemeClr val="dk1"/>
              </a:solidFill>
              <a:latin typeface="Poppins Medium"/>
              <a:ea typeface="Poppins Medium"/>
              <a:cs typeface="Poppins Medium"/>
              <a:sym typeface="Poppins Medium"/>
            </a:endParaRPr>
          </a:p>
        </p:txBody>
      </p:sp>
      <p:sp>
        <p:nvSpPr>
          <p:cNvPr id="883" name="Google Shape;883;g3d088728187_0_1146"/>
          <p:cNvSpPr txBox="1"/>
          <p:nvPr>
            <p:ph type="title"/>
          </p:nvPr>
        </p:nvSpPr>
        <p:spPr>
          <a:xfrm>
            <a:off x="53675" y="4691875"/>
            <a:ext cx="8807700" cy="35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a:t>https://docs.snaplogic.com/design-integrations/working-with-error-pipelines.html</a:t>
            </a:r>
            <a:endParaRPr sz="1100"/>
          </a:p>
        </p:txBody>
      </p:sp>
      <p:sp>
        <p:nvSpPr>
          <p:cNvPr id="884" name="Google Shape;884;g3d088728187_0_1146"/>
          <p:cNvSpPr txBox="1"/>
          <p:nvPr/>
        </p:nvSpPr>
        <p:spPr>
          <a:xfrm>
            <a:off x="6044700" y="605050"/>
            <a:ext cx="3021900" cy="2770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Reuse across multiple projects and Pipelines.</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Single unlinked document input view to receive error documents.</a:t>
            </a:r>
            <a:endParaRPr b="0"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Continue processing the main pipeline, propagate fields that must be processed by the Error pipeline. </a:t>
            </a:r>
            <a:endParaRPr b="0" i="0" sz="1400" u="none" cap="none" strike="noStrike">
              <a:solidFill>
                <a:srgbClr val="980000"/>
              </a:solidFill>
              <a:latin typeface="Calibri"/>
              <a:ea typeface="Calibri"/>
              <a:cs typeface="Calibri"/>
              <a:sym typeface="Calibri"/>
            </a:endParaRPr>
          </a:p>
        </p:txBody>
      </p:sp>
      <p:sp>
        <p:nvSpPr>
          <p:cNvPr id="885" name="Google Shape;885;g3d088728187_0_1146"/>
          <p:cNvSpPr/>
          <p:nvPr/>
        </p:nvSpPr>
        <p:spPr>
          <a:xfrm>
            <a:off x="1672000" y="1749425"/>
            <a:ext cx="2055600" cy="567600"/>
          </a:xfrm>
          <a:prstGeom prst="roundRect">
            <a:avLst>
              <a:gd fmla="val 16667" name="adj"/>
            </a:avLst>
          </a:prstGeom>
          <a:no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886" name="Google Shape;886;g3d088728187_0_1146"/>
          <p:cNvPicPr preferRelativeResize="0"/>
          <p:nvPr/>
        </p:nvPicPr>
        <p:blipFill rotWithShape="1">
          <a:blip r:embed="rId4">
            <a:alphaModFix/>
          </a:blip>
          <a:srcRect b="0" l="0" r="0" t="0"/>
          <a:stretch/>
        </p:blipFill>
        <p:spPr>
          <a:xfrm>
            <a:off x="126300" y="2502075"/>
            <a:ext cx="5414675" cy="2189801"/>
          </a:xfrm>
          <a:prstGeom prst="rect">
            <a:avLst/>
          </a:prstGeom>
          <a:noFill/>
          <a:ln>
            <a:noFill/>
          </a:ln>
        </p:spPr>
      </p:pic>
      <p:sp>
        <p:nvSpPr>
          <p:cNvPr id="887" name="Google Shape;887;g3d088728187_0_1146"/>
          <p:cNvSpPr/>
          <p:nvPr/>
        </p:nvSpPr>
        <p:spPr>
          <a:xfrm>
            <a:off x="6044700" y="3804375"/>
            <a:ext cx="2883900" cy="121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Main Pipeline</a:t>
            </a:r>
            <a:endParaRPr b="1" i="0" sz="1400" u="none" cap="none" strike="noStrike">
              <a:solidFill>
                <a:srgbClr val="000000"/>
              </a:solidFill>
              <a:latin typeface="Roboto"/>
              <a:ea typeface="Roboto"/>
              <a:cs typeface="Roboto"/>
              <a:sym typeface="Roboto"/>
            </a:endParaRPr>
          </a:p>
        </p:txBody>
      </p:sp>
      <p:pic>
        <p:nvPicPr>
          <p:cNvPr id="888" name="Google Shape;888;g3d088728187_0_1146"/>
          <p:cNvPicPr preferRelativeResize="0"/>
          <p:nvPr/>
        </p:nvPicPr>
        <p:blipFill rotWithShape="1">
          <a:blip r:embed="rId5">
            <a:alphaModFix/>
          </a:blip>
          <a:srcRect b="0" l="0" r="0" t="0"/>
          <a:stretch/>
        </p:blipFill>
        <p:spPr>
          <a:xfrm>
            <a:off x="6294475" y="4233000"/>
            <a:ext cx="2384350" cy="567600"/>
          </a:xfrm>
          <a:prstGeom prst="rect">
            <a:avLst/>
          </a:prstGeom>
          <a:noFill/>
          <a:ln>
            <a:noFill/>
          </a:ln>
        </p:spPr>
      </p:pic>
      <p:sp>
        <p:nvSpPr>
          <p:cNvPr id="889" name="Google Shape;889;g3d088728187_0_1146"/>
          <p:cNvSpPr/>
          <p:nvPr/>
        </p:nvSpPr>
        <p:spPr>
          <a:xfrm>
            <a:off x="4941500" y="3985275"/>
            <a:ext cx="1062300" cy="2058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g3d088728187_0_1399"/>
          <p:cNvSpPr txBox="1"/>
          <p:nvPr>
            <p:ph type="title"/>
          </p:nvPr>
        </p:nvSpPr>
        <p:spPr>
          <a:xfrm>
            <a:off x="159300" y="91450"/>
            <a:ext cx="8242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SzPts val="2400"/>
              <a:buNone/>
            </a:pPr>
            <a:r>
              <a:rPr lang="en"/>
              <a:t>Error Handling</a:t>
            </a:r>
            <a:endParaRPr/>
          </a:p>
          <a:p>
            <a:pPr indent="0" lvl="0" marL="0" marR="0" rtl="0" algn="l">
              <a:lnSpc>
                <a:spcPct val="100000"/>
              </a:lnSpc>
              <a:spcBef>
                <a:spcPts val="0"/>
              </a:spcBef>
              <a:spcAft>
                <a:spcPts val="0"/>
              </a:spcAft>
              <a:buSzPts val="1600"/>
              <a:buNone/>
            </a:pPr>
            <a:r>
              <a:rPr lang="en" sz="1600">
                <a:solidFill>
                  <a:schemeClr val="lt2"/>
                </a:solidFill>
                <a:latin typeface="Roboto Light"/>
                <a:ea typeface="Roboto Light"/>
                <a:cs typeface="Roboto Light"/>
                <a:sym typeface="Roboto Light"/>
              </a:rPr>
              <a:t>Dedicated “Catch” Of Errors</a:t>
            </a:r>
            <a:endParaRPr>
              <a:latin typeface="Roboto Light"/>
              <a:ea typeface="Roboto Light"/>
              <a:cs typeface="Roboto Light"/>
              <a:sym typeface="Roboto Light"/>
            </a:endParaRPr>
          </a:p>
        </p:txBody>
      </p:sp>
      <p:sp>
        <p:nvSpPr>
          <p:cNvPr id="895" name="Google Shape;895;g3d088728187_0_1399"/>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700"/>
              <a:buNone/>
            </a:pPr>
            <a:fld id="{00000000-1234-1234-1234-123412341234}" type="slidenum">
              <a:rPr lang="en"/>
              <a:t>‹#›</a:t>
            </a:fld>
            <a:endParaRPr/>
          </a:p>
        </p:txBody>
      </p:sp>
      <p:sp>
        <p:nvSpPr>
          <p:cNvPr id="896" name="Google Shape;896;g3d088728187_0_1399"/>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p>
            <a:pPr indent="0" lvl="0" marL="0" rtl="0" algn="r">
              <a:lnSpc>
                <a:spcPct val="115000"/>
              </a:lnSpc>
              <a:spcBef>
                <a:spcPts val="0"/>
              </a:spcBef>
              <a:spcAft>
                <a:spcPts val="1200"/>
              </a:spcAft>
              <a:buSzPts val="1200"/>
              <a:buNone/>
            </a:pPr>
            <a:r>
              <a:rPr lang="en"/>
              <a:t>Confidential and For Internal Use Only</a:t>
            </a:r>
            <a:endParaRPr/>
          </a:p>
        </p:txBody>
      </p:sp>
      <p:pic>
        <p:nvPicPr>
          <p:cNvPr id="897" name="Google Shape;897;g3d088728187_0_1399"/>
          <p:cNvPicPr preferRelativeResize="0"/>
          <p:nvPr/>
        </p:nvPicPr>
        <p:blipFill rotWithShape="1">
          <a:blip r:embed="rId3">
            <a:alphaModFix/>
          </a:blip>
          <a:srcRect b="0" l="0" r="0" t="0"/>
          <a:stretch/>
        </p:blipFill>
        <p:spPr>
          <a:xfrm>
            <a:off x="117575" y="2116676"/>
            <a:ext cx="5240400" cy="2428774"/>
          </a:xfrm>
          <a:prstGeom prst="rect">
            <a:avLst/>
          </a:prstGeom>
          <a:noFill/>
          <a:ln>
            <a:noFill/>
          </a:ln>
        </p:spPr>
      </p:pic>
      <p:pic>
        <p:nvPicPr>
          <p:cNvPr id="898" name="Google Shape;898;g3d088728187_0_1399"/>
          <p:cNvPicPr preferRelativeResize="0"/>
          <p:nvPr/>
        </p:nvPicPr>
        <p:blipFill rotWithShape="1">
          <a:blip r:embed="rId4">
            <a:alphaModFix/>
          </a:blip>
          <a:srcRect b="0" l="0" r="0" t="0"/>
          <a:stretch/>
        </p:blipFill>
        <p:spPr>
          <a:xfrm>
            <a:off x="5178515" y="491651"/>
            <a:ext cx="3847911" cy="1771065"/>
          </a:xfrm>
          <a:prstGeom prst="rect">
            <a:avLst/>
          </a:prstGeom>
          <a:noFill/>
          <a:ln>
            <a:noFill/>
          </a:ln>
        </p:spPr>
      </p:pic>
      <p:sp>
        <p:nvSpPr>
          <p:cNvPr id="899" name="Google Shape;899;g3d088728187_0_1399"/>
          <p:cNvSpPr/>
          <p:nvPr/>
        </p:nvSpPr>
        <p:spPr>
          <a:xfrm>
            <a:off x="1140396" y="2207016"/>
            <a:ext cx="1019100" cy="881100"/>
          </a:xfrm>
          <a:prstGeom prst="ellipse">
            <a:avLst/>
          </a:prstGeom>
          <a:noFill/>
          <a:ln cap="flat" cmpd="sng" w="19050">
            <a:solidFill>
              <a:srgbClr val="C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0" name="Google Shape;900;g3d088728187_0_1399"/>
          <p:cNvSpPr/>
          <p:nvPr/>
        </p:nvSpPr>
        <p:spPr>
          <a:xfrm>
            <a:off x="4451100" y="497675"/>
            <a:ext cx="4575300" cy="1709400"/>
          </a:xfrm>
          <a:prstGeom prst="rect">
            <a:avLst/>
          </a:prstGeom>
          <a:noFill/>
          <a:ln cap="flat" cmpd="sng" w="14300">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g3d088728187_0_1399"/>
          <p:cNvSpPr txBox="1"/>
          <p:nvPr/>
        </p:nvSpPr>
        <p:spPr>
          <a:xfrm>
            <a:off x="5673277" y="2262716"/>
            <a:ext cx="2442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Child Error Handling Pipeline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d088728187_0_1410"/>
          <p:cNvSpPr txBox="1"/>
          <p:nvPr>
            <p:ph type="title"/>
          </p:nvPr>
        </p:nvSpPr>
        <p:spPr>
          <a:xfrm>
            <a:off x="159300" y="91450"/>
            <a:ext cx="8242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SzPts val="2400"/>
              <a:buNone/>
            </a:pPr>
            <a:r>
              <a:rPr lang="en"/>
              <a:t>Error Handling</a:t>
            </a:r>
            <a:endParaRPr/>
          </a:p>
          <a:p>
            <a:pPr indent="0" lvl="0" marL="0" marR="0" rtl="0" algn="l">
              <a:lnSpc>
                <a:spcPct val="100000"/>
              </a:lnSpc>
              <a:spcBef>
                <a:spcPts val="0"/>
              </a:spcBef>
              <a:spcAft>
                <a:spcPts val="0"/>
              </a:spcAft>
              <a:buSzPts val="1600"/>
              <a:buNone/>
            </a:pPr>
            <a:r>
              <a:rPr lang="en" sz="1600">
                <a:solidFill>
                  <a:schemeClr val="lt2"/>
                </a:solidFill>
                <a:latin typeface="Roboto Light"/>
                <a:ea typeface="Roboto Light"/>
                <a:cs typeface="Roboto Light"/>
                <a:sym typeface="Roboto Light"/>
              </a:rPr>
              <a:t>"Catch All” Errors </a:t>
            </a:r>
            <a:endParaRPr>
              <a:latin typeface="Roboto Light"/>
              <a:ea typeface="Roboto Light"/>
              <a:cs typeface="Roboto Light"/>
              <a:sym typeface="Roboto Light"/>
            </a:endParaRPr>
          </a:p>
        </p:txBody>
      </p:sp>
      <p:sp>
        <p:nvSpPr>
          <p:cNvPr id="907" name="Google Shape;907;g3d088728187_0_1410"/>
          <p:cNvSpPr txBox="1"/>
          <p:nvPr>
            <p:ph idx="12" type="sldNum"/>
          </p:nvPr>
        </p:nvSpPr>
        <p:spPr>
          <a:xfrm>
            <a:off x="8595309" y="4870801"/>
            <a:ext cx="5487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700"/>
              <a:buNone/>
            </a:pPr>
            <a:fld id="{00000000-1234-1234-1234-123412341234}" type="slidenum">
              <a:rPr lang="en"/>
              <a:t>‹#›</a:t>
            </a:fld>
            <a:endParaRPr/>
          </a:p>
        </p:txBody>
      </p:sp>
      <p:sp>
        <p:nvSpPr>
          <p:cNvPr id="908" name="Google Shape;908;g3d088728187_0_1410"/>
          <p:cNvSpPr txBox="1"/>
          <p:nvPr>
            <p:ph idx="2"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p>
            <a:pPr indent="0" lvl="0" marL="0" rtl="0" algn="r">
              <a:lnSpc>
                <a:spcPct val="115000"/>
              </a:lnSpc>
              <a:spcBef>
                <a:spcPts val="0"/>
              </a:spcBef>
              <a:spcAft>
                <a:spcPts val="1200"/>
              </a:spcAft>
              <a:buSzPts val="1200"/>
              <a:buNone/>
            </a:pPr>
            <a:r>
              <a:rPr lang="en"/>
              <a:t>Confidential and For Internal Use Only</a:t>
            </a:r>
            <a:endParaRPr/>
          </a:p>
        </p:txBody>
      </p:sp>
      <p:pic>
        <p:nvPicPr>
          <p:cNvPr id="909" name="Google Shape;909;g3d088728187_0_1410"/>
          <p:cNvPicPr preferRelativeResize="0"/>
          <p:nvPr/>
        </p:nvPicPr>
        <p:blipFill rotWithShape="1">
          <a:blip r:embed="rId3">
            <a:alphaModFix/>
          </a:blip>
          <a:srcRect b="0" l="0" r="0" t="0"/>
          <a:stretch/>
        </p:blipFill>
        <p:spPr>
          <a:xfrm>
            <a:off x="222979" y="891847"/>
            <a:ext cx="6127283" cy="1270102"/>
          </a:xfrm>
          <a:prstGeom prst="rect">
            <a:avLst/>
          </a:prstGeom>
          <a:noFill/>
          <a:ln>
            <a:noFill/>
          </a:ln>
        </p:spPr>
      </p:pic>
      <p:pic>
        <p:nvPicPr>
          <p:cNvPr id="910" name="Google Shape;910;g3d088728187_0_1410"/>
          <p:cNvPicPr preferRelativeResize="0"/>
          <p:nvPr/>
        </p:nvPicPr>
        <p:blipFill rotWithShape="1">
          <a:blip r:embed="rId4">
            <a:alphaModFix/>
          </a:blip>
          <a:srcRect b="0" l="0" r="0" t="0"/>
          <a:stretch/>
        </p:blipFill>
        <p:spPr>
          <a:xfrm>
            <a:off x="5670801" y="1844918"/>
            <a:ext cx="3067267" cy="2351572"/>
          </a:xfrm>
          <a:prstGeom prst="rect">
            <a:avLst/>
          </a:prstGeom>
          <a:noFill/>
          <a:ln>
            <a:noFill/>
          </a:ln>
          <a:effectLst>
            <a:outerShdw blurRad="219075" rotWithShape="0" algn="tl" dir="2700000" dist="104775">
              <a:srgbClr val="333333">
                <a:alpha val="63922"/>
              </a:srgbClr>
            </a:outerShdw>
          </a:effectLst>
        </p:spPr>
      </p:pic>
      <p:pic>
        <p:nvPicPr>
          <p:cNvPr id="911" name="Google Shape;911;g3d088728187_0_1410"/>
          <p:cNvPicPr preferRelativeResize="0"/>
          <p:nvPr/>
        </p:nvPicPr>
        <p:blipFill rotWithShape="1">
          <a:blip r:embed="rId5">
            <a:alphaModFix/>
          </a:blip>
          <a:srcRect b="0" l="0" r="0" t="0"/>
          <a:stretch/>
        </p:blipFill>
        <p:spPr>
          <a:xfrm>
            <a:off x="690937" y="2990312"/>
            <a:ext cx="4482707" cy="1270100"/>
          </a:xfrm>
          <a:prstGeom prst="rect">
            <a:avLst/>
          </a:prstGeom>
          <a:noFill/>
          <a:ln>
            <a:noFill/>
          </a:ln>
        </p:spPr>
      </p:pic>
      <p:sp>
        <p:nvSpPr>
          <p:cNvPr id="912" name="Google Shape;912;g3d088728187_0_1410"/>
          <p:cNvSpPr/>
          <p:nvPr/>
        </p:nvSpPr>
        <p:spPr>
          <a:xfrm>
            <a:off x="5907641" y="2163180"/>
            <a:ext cx="1266000" cy="408600"/>
          </a:xfrm>
          <a:prstGeom prst="ellipse">
            <a:avLst/>
          </a:prstGeom>
          <a:noFill/>
          <a:ln cap="flat" cmpd="sng" w="19050">
            <a:solidFill>
              <a:srgbClr val="C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3" name="Google Shape;913;g3d088728187_0_1410"/>
          <p:cNvSpPr/>
          <p:nvPr/>
        </p:nvSpPr>
        <p:spPr>
          <a:xfrm>
            <a:off x="590600" y="2363551"/>
            <a:ext cx="4530000" cy="1896900"/>
          </a:xfrm>
          <a:prstGeom prst="rect">
            <a:avLst/>
          </a:prstGeom>
          <a:noFill/>
          <a:ln cap="flat" cmpd="sng" w="14300">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14" name="Google Shape;914;g3d088728187_0_1410"/>
          <p:cNvCxnSpPr>
            <a:stCxn id="913" idx="3"/>
          </p:cNvCxnSpPr>
          <p:nvPr/>
        </p:nvCxnSpPr>
        <p:spPr>
          <a:xfrm flipH="1" rot="10800000">
            <a:off x="5120600" y="2567401"/>
            <a:ext cx="859200" cy="744600"/>
          </a:xfrm>
          <a:prstGeom prst="straightConnector1">
            <a:avLst/>
          </a:prstGeom>
          <a:noFill/>
          <a:ln cap="flat" cmpd="sng" w="21425">
            <a:solidFill>
              <a:srgbClr val="C00000"/>
            </a:solidFill>
            <a:prstDash val="solid"/>
            <a:round/>
            <a:headEnd len="sm" w="sm" type="none"/>
            <a:tailEnd len="sm" w="sm" type="none"/>
          </a:ln>
        </p:spPr>
      </p:cxnSp>
      <p:sp>
        <p:nvSpPr>
          <p:cNvPr id="915" name="Google Shape;915;g3d088728187_0_1410"/>
          <p:cNvSpPr txBox="1"/>
          <p:nvPr/>
        </p:nvSpPr>
        <p:spPr>
          <a:xfrm>
            <a:off x="1797657" y="4356244"/>
            <a:ext cx="1984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Error Handling Pipeline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3d088728187_0_770"/>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2400">
                <a:latin typeface="Poppins SemiBold"/>
                <a:ea typeface="Poppins SemiBold"/>
                <a:cs typeface="Poppins SemiBold"/>
                <a:sym typeface="Poppins SemiBold"/>
              </a:rPr>
              <a:t>Pipeline Quality</a:t>
            </a:r>
            <a:endParaRPr sz="2400">
              <a:latin typeface="Poppins SemiBold"/>
              <a:ea typeface="Poppins SemiBold"/>
              <a:cs typeface="Poppins SemiBold"/>
              <a:sym typeface="Poppins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d088728187_0_774"/>
          <p:cNvSpPr txBox="1"/>
          <p:nvPr/>
        </p:nvSpPr>
        <p:spPr>
          <a:xfrm>
            <a:off x="5238575" y="4437775"/>
            <a:ext cx="3622800" cy="384900"/>
          </a:xfrm>
          <a:prstGeom prst="rect">
            <a:avLst/>
          </a:prstGeom>
          <a:noFill/>
          <a:ln>
            <a:noFill/>
          </a:ln>
        </p:spPr>
        <p:txBody>
          <a:bodyPr anchorCtr="0" anchor="t" bIns="91425" lIns="91425" spcFirstLastPara="1" rIns="91425" wrap="square" tIns="91425">
            <a:spAutoFit/>
          </a:bodyPr>
          <a:lstStyle/>
          <a:p>
            <a:pPr indent="0" lvl="0" marL="101600" marR="101600" rtl="0" algn="l">
              <a:lnSpc>
                <a:spcPct val="150000"/>
              </a:lnSpc>
              <a:spcBef>
                <a:spcPts val="0"/>
              </a:spcBef>
              <a:spcAft>
                <a:spcPts val="0"/>
              </a:spcAft>
              <a:buClr>
                <a:srgbClr val="000000"/>
              </a:buClr>
              <a:buSzPts val="1300"/>
              <a:buFont typeface="Arial"/>
              <a:buNone/>
            </a:pPr>
            <a:r>
              <a:t/>
            </a:r>
            <a:endParaRPr b="0" i="0" sz="1300" u="none" cap="none" strike="noStrike">
              <a:solidFill>
                <a:schemeClr val="dk1"/>
              </a:solidFill>
              <a:latin typeface="Roboto Mono"/>
              <a:ea typeface="Roboto Mono"/>
              <a:cs typeface="Roboto Mono"/>
              <a:sym typeface="Roboto Mono"/>
            </a:endParaRPr>
          </a:p>
        </p:txBody>
      </p:sp>
      <p:sp>
        <p:nvSpPr>
          <p:cNvPr id="926" name="Google Shape;926;g3d088728187_0_774"/>
          <p:cNvSpPr txBox="1"/>
          <p:nvPr/>
        </p:nvSpPr>
        <p:spPr>
          <a:xfrm>
            <a:off x="106800"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600" u="none" cap="none" strike="noStrike">
                <a:solidFill>
                  <a:schemeClr val="dk1"/>
                </a:solidFill>
                <a:latin typeface="Poppins Medium"/>
                <a:ea typeface="Poppins Medium"/>
                <a:cs typeface="Poppins Medium"/>
                <a:sym typeface="Poppins Medium"/>
              </a:rPr>
              <a:t>Pipeline quality API</a:t>
            </a:r>
            <a:endParaRPr b="0" i="0" sz="1600" u="none" cap="none" strike="noStrike">
              <a:solidFill>
                <a:schemeClr val="dk1"/>
              </a:solidFill>
              <a:latin typeface="Poppins Medium"/>
              <a:ea typeface="Poppins Medium"/>
              <a:cs typeface="Poppins Medium"/>
              <a:sym typeface="Poppins Medium"/>
            </a:endParaRPr>
          </a:p>
        </p:txBody>
      </p:sp>
      <p:sp>
        <p:nvSpPr>
          <p:cNvPr id="927" name="Google Shape;927;g3d088728187_0_774"/>
          <p:cNvSpPr txBox="1"/>
          <p:nvPr>
            <p:ph type="title"/>
          </p:nvPr>
        </p:nvSpPr>
        <p:spPr>
          <a:xfrm>
            <a:off x="53675" y="4691875"/>
            <a:ext cx="8807700" cy="35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a:t>https://docs.snaplogic.com/public-apis/post-pipeline-quality.html</a:t>
            </a:r>
            <a:endParaRPr sz="1100"/>
          </a:p>
        </p:txBody>
      </p:sp>
      <p:sp>
        <p:nvSpPr>
          <p:cNvPr id="928" name="Google Shape;928;g3d088728187_0_774"/>
          <p:cNvSpPr txBox="1"/>
          <p:nvPr/>
        </p:nvSpPr>
        <p:spPr>
          <a:xfrm>
            <a:off x="6659000" y="457300"/>
            <a:ext cx="2316600" cy="371880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rgbClr val="000000"/>
              </a:buClr>
              <a:buSzPts val="1400"/>
              <a:buFont typeface="Arial"/>
              <a:buNone/>
            </a:pPr>
            <a:r>
              <a:rPr b="1" i="0" lang="en" sz="1400" u="none" cap="none" strike="noStrike">
                <a:solidFill>
                  <a:srgbClr val="980000"/>
                </a:solidFill>
                <a:latin typeface="Calibri"/>
                <a:ea typeface="Calibri"/>
                <a:cs typeface="Calibri"/>
                <a:sym typeface="Calibri"/>
              </a:rPr>
              <a:t>Generates a report for standard checks in various categories / levels</a:t>
            </a:r>
            <a:br>
              <a:rPr b="1" i="0" lang="en" sz="1400" u="none" cap="none" strike="noStrike">
                <a:solidFill>
                  <a:srgbClr val="980000"/>
                </a:solidFill>
                <a:latin typeface="Calibri"/>
                <a:ea typeface="Calibri"/>
                <a:cs typeface="Calibri"/>
                <a:sym typeface="Calibri"/>
              </a:rPr>
            </a:br>
            <a:endParaRPr b="1"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CRITICAL</a:t>
            </a:r>
            <a:br>
              <a:rPr b="0" i="0" lang="en" sz="1400" u="none" cap="none" strike="noStrike">
                <a:solidFill>
                  <a:srgbClr val="980000"/>
                </a:solidFill>
                <a:latin typeface="Calibri"/>
                <a:ea typeface="Calibri"/>
                <a:cs typeface="Calibri"/>
                <a:sym typeface="Calibri"/>
              </a:rPr>
            </a:br>
            <a:r>
              <a:rPr b="0" i="1" lang="en" sz="1400" u="none" cap="none" strike="noStrike">
                <a:solidFill>
                  <a:srgbClr val="980000"/>
                </a:solidFill>
                <a:latin typeface="Calibri"/>
                <a:ea typeface="Calibri"/>
                <a:cs typeface="Calibri"/>
                <a:sym typeface="Calibri"/>
              </a:rPr>
              <a:t>Issues that can cause Runtime failures</a:t>
            </a:r>
            <a:r>
              <a:rPr b="0" i="0" lang="en" sz="1400" u="none" cap="none" strike="noStrike">
                <a:solidFill>
                  <a:srgbClr val="980000"/>
                </a:solidFill>
                <a:latin typeface="Calibri"/>
                <a:ea typeface="Calibri"/>
                <a:cs typeface="Calibri"/>
                <a:sym typeface="Calibri"/>
              </a:rPr>
              <a:t> </a:t>
            </a:r>
            <a:r>
              <a:rPr b="0" i="1" lang="en" sz="1400" u="none" cap="none" strike="noStrike">
                <a:solidFill>
                  <a:srgbClr val="980000"/>
                </a:solidFill>
                <a:latin typeface="Calibri"/>
                <a:ea typeface="Calibri"/>
                <a:cs typeface="Calibri"/>
                <a:sym typeface="Calibri"/>
              </a:rPr>
              <a:t>performance issues</a:t>
            </a:r>
            <a:br>
              <a:rPr b="0" i="1" lang="en" sz="1400" u="none" cap="none" strike="noStrike">
                <a:solidFill>
                  <a:srgbClr val="980000"/>
                </a:solidFill>
                <a:latin typeface="Calibri"/>
                <a:ea typeface="Calibri"/>
                <a:cs typeface="Calibri"/>
                <a:sym typeface="Calibri"/>
              </a:rPr>
            </a:br>
            <a:endParaRPr b="0" i="1"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WARNING</a:t>
            </a:r>
            <a:br>
              <a:rPr b="0" i="0" lang="en" sz="1400" u="none" cap="none" strike="noStrike">
                <a:solidFill>
                  <a:srgbClr val="980000"/>
                </a:solidFill>
                <a:latin typeface="Calibri"/>
                <a:ea typeface="Calibri"/>
                <a:cs typeface="Calibri"/>
                <a:sym typeface="Calibri"/>
              </a:rPr>
            </a:br>
            <a:r>
              <a:rPr b="0" i="1" lang="en" sz="1400" u="none" cap="none" strike="noStrike">
                <a:solidFill>
                  <a:srgbClr val="980000"/>
                </a:solidFill>
                <a:latin typeface="Calibri"/>
                <a:ea typeface="Calibri"/>
                <a:cs typeface="Calibri"/>
                <a:sym typeface="Calibri"/>
              </a:rPr>
              <a:t>Best practices</a:t>
            </a:r>
            <a:br>
              <a:rPr b="0" i="1" lang="en" sz="1400" u="none" cap="none" strike="noStrike">
                <a:solidFill>
                  <a:srgbClr val="980000"/>
                </a:solidFill>
                <a:latin typeface="Calibri"/>
                <a:ea typeface="Calibri"/>
                <a:cs typeface="Calibri"/>
                <a:sym typeface="Calibri"/>
              </a:rPr>
            </a:br>
            <a:endParaRPr b="0" i="1"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INFO</a:t>
            </a:r>
            <a:endParaRPr b="0" i="0" sz="1400" u="none" cap="none" strike="noStrike">
              <a:solidFill>
                <a:srgbClr val="980000"/>
              </a:solidFill>
              <a:latin typeface="Calibri"/>
              <a:ea typeface="Calibri"/>
              <a:cs typeface="Calibri"/>
              <a:sym typeface="Calibri"/>
            </a:endParaRPr>
          </a:p>
          <a:p>
            <a:pPr indent="0" lvl="0" marL="457200" marR="0" rtl="0" algn="l">
              <a:lnSpc>
                <a:spcPct val="110000"/>
              </a:lnSpc>
              <a:spcBef>
                <a:spcPts val="0"/>
              </a:spcBef>
              <a:spcAft>
                <a:spcPts val="0"/>
              </a:spcAft>
              <a:buClr>
                <a:srgbClr val="000000"/>
              </a:buClr>
              <a:buSzPts val="1400"/>
              <a:buFont typeface="Arial"/>
              <a:buNone/>
            </a:pPr>
            <a:r>
              <a:rPr b="0" i="1" lang="en" sz="1400" u="none" cap="none" strike="noStrike">
                <a:solidFill>
                  <a:srgbClr val="980000"/>
                </a:solidFill>
                <a:latin typeface="Calibri"/>
                <a:ea typeface="Calibri"/>
                <a:cs typeface="Calibri"/>
                <a:sym typeface="Calibri"/>
              </a:rPr>
              <a:t>Other general recommendations</a:t>
            </a:r>
            <a:endParaRPr b="0" i="0" sz="1400" u="none" cap="none" strike="noStrike">
              <a:solidFill>
                <a:srgbClr val="980000"/>
              </a:solidFill>
              <a:latin typeface="Calibri"/>
              <a:ea typeface="Calibri"/>
              <a:cs typeface="Calibri"/>
              <a:sym typeface="Calibri"/>
            </a:endParaRPr>
          </a:p>
        </p:txBody>
      </p:sp>
      <p:sp>
        <p:nvSpPr>
          <p:cNvPr id="929" name="Google Shape;929;g3d088728187_0_774"/>
          <p:cNvSpPr txBox="1"/>
          <p:nvPr/>
        </p:nvSpPr>
        <p:spPr>
          <a:xfrm>
            <a:off x="163275" y="478500"/>
            <a:ext cx="5755800" cy="1608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chemeClr val="dk2"/>
              </a:buClr>
              <a:buSzPts val="1400"/>
              <a:buFont typeface="Calibri"/>
              <a:buChar char="●"/>
            </a:pPr>
            <a:r>
              <a:rPr b="0" i="0" lang="en" sz="1400" u="none" cap="none" strike="noStrike">
                <a:solidFill>
                  <a:schemeClr val="dk2"/>
                </a:solidFill>
                <a:latin typeface="Calibri"/>
                <a:ea typeface="Calibri"/>
                <a:cs typeface="Calibri"/>
                <a:sym typeface="Calibri"/>
              </a:rPr>
              <a:t>Public API executed using Basic or JWT Authentication</a:t>
            </a:r>
            <a:br>
              <a:rPr b="0" i="0" lang="en" sz="1400" u="none" cap="none" strike="noStrike">
                <a:solidFill>
                  <a:schemeClr val="dk2"/>
                </a:solidFill>
                <a:latin typeface="Calibri"/>
                <a:ea typeface="Calibri"/>
                <a:cs typeface="Calibri"/>
                <a:sym typeface="Calibri"/>
              </a:rPr>
            </a:br>
            <a:endParaRPr b="1" i="0" sz="1100" u="none" cap="none" strike="noStrike">
              <a:solidFill>
                <a:schemeClr val="dk2"/>
              </a:solidFill>
              <a:highlight>
                <a:srgbClr val="EEEEEE"/>
              </a:highlight>
              <a:latin typeface="Courier New"/>
              <a:ea typeface="Courier New"/>
              <a:cs typeface="Courier New"/>
              <a:sym typeface="Courier New"/>
            </a:endParaRPr>
          </a:p>
          <a:p>
            <a:pPr indent="-317500" lvl="0" marL="457200" marR="101600" rtl="0" algn="l">
              <a:lnSpc>
                <a:spcPct val="150000"/>
              </a:lnSpc>
              <a:spcBef>
                <a:spcPts val="0"/>
              </a:spcBef>
              <a:spcAft>
                <a:spcPts val="0"/>
              </a:spcAft>
              <a:buClr>
                <a:srgbClr val="980000"/>
              </a:buClr>
              <a:buSzPts val="1400"/>
              <a:buFont typeface="Calibri"/>
              <a:buChar char="●"/>
            </a:pPr>
            <a:r>
              <a:rPr b="1" i="0" lang="en" sz="1100" u="sng" cap="none" strike="noStrike">
                <a:solidFill>
                  <a:schemeClr val="hlink"/>
                </a:solidFill>
                <a:highlight>
                  <a:srgbClr val="EEEEEE"/>
                </a:highlight>
                <a:latin typeface="Courier New"/>
                <a:ea typeface="Courier New"/>
                <a:cs typeface="Courier New"/>
                <a:sym typeface="Courier New"/>
                <a:hlinkClick r:id="rId3"/>
              </a:rPr>
              <a:t>https://{controlplane_path}/api/1/rest/public/pipeline/linter/{path</a:t>
            </a:r>
            <a:r>
              <a:rPr b="1" i="0" lang="en" sz="1100" u="none" cap="none" strike="noStrike">
                <a:solidFill>
                  <a:schemeClr val="dk1"/>
                </a:solidFill>
                <a:highlight>
                  <a:srgbClr val="EEEEEE"/>
                </a:highlight>
                <a:latin typeface="Courier New"/>
                <a:ea typeface="Courier New"/>
                <a:cs typeface="Courier New"/>
                <a:sym typeface="Courier New"/>
              </a:rPr>
              <a:t>}</a:t>
            </a:r>
            <a:br>
              <a:rPr b="1" i="0" lang="en" sz="1100" u="none" cap="none" strike="noStrike">
                <a:solidFill>
                  <a:schemeClr val="dk1"/>
                </a:solidFill>
                <a:highlight>
                  <a:srgbClr val="EEEEEE"/>
                </a:highlight>
                <a:latin typeface="Courier New"/>
                <a:ea typeface="Courier New"/>
                <a:cs typeface="Courier New"/>
                <a:sym typeface="Courier New"/>
              </a:rPr>
            </a:br>
            <a:endParaRPr b="1" i="0" sz="1100" u="none" cap="none" strike="noStrike">
              <a:solidFill>
                <a:schemeClr val="dk1"/>
              </a:solidFill>
              <a:highlight>
                <a:srgbClr val="EEEEEE"/>
              </a:highlight>
              <a:latin typeface="Courier New"/>
              <a:ea typeface="Courier New"/>
              <a:cs typeface="Courier New"/>
              <a:sym typeface="Courier New"/>
            </a:endParaRPr>
          </a:p>
          <a:p>
            <a:pPr indent="-298450" lvl="0" marL="457200" marR="101600" rtl="0" algn="l">
              <a:lnSpc>
                <a:spcPct val="150000"/>
              </a:lnSpc>
              <a:spcBef>
                <a:spcPts val="0"/>
              </a:spcBef>
              <a:spcAft>
                <a:spcPts val="0"/>
              </a:spcAft>
              <a:buClr>
                <a:schemeClr val="dk1"/>
              </a:buClr>
              <a:buSzPts val="1100"/>
              <a:buFont typeface="Courier New"/>
              <a:buChar char="●"/>
            </a:pPr>
            <a:r>
              <a:rPr b="1" i="0" lang="en" sz="1100" u="none" cap="none" strike="noStrike">
                <a:solidFill>
                  <a:schemeClr val="dk1"/>
                </a:solidFill>
                <a:highlight>
                  <a:srgbClr val="EEEEEE"/>
                </a:highlight>
                <a:latin typeface="Courier New"/>
                <a:ea typeface="Courier New"/>
                <a:cs typeface="Courier New"/>
                <a:sym typeface="Courier New"/>
              </a:rPr>
              <a:t>Snapshot:</a:t>
            </a:r>
            <a:endParaRPr b="1" i="0" sz="1100" u="none" cap="none" strike="noStrike">
              <a:solidFill>
                <a:schemeClr val="dk1"/>
              </a:solidFill>
              <a:highlight>
                <a:srgbClr val="EEEEEE"/>
              </a:highlight>
              <a:latin typeface="Courier New"/>
              <a:ea typeface="Courier New"/>
              <a:cs typeface="Courier New"/>
              <a:sym typeface="Courier New"/>
            </a:endParaRPr>
          </a:p>
        </p:txBody>
      </p:sp>
      <p:pic>
        <p:nvPicPr>
          <p:cNvPr id="930" name="Google Shape;930;g3d088728187_0_774"/>
          <p:cNvPicPr preferRelativeResize="0"/>
          <p:nvPr/>
        </p:nvPicPr>
        <p:blipFill rotWithShape="1">
          <a:blip r:embed="rId4">
            <a:alphaModFix/>
          </a:blip>
          <a:srcRect b="0" l="0" r="0" t="0"/>
          <a:stretch/>
        </p:blipFill>
        <p:spPr>
          <a:xfrm>
            <a:off x="163275" y="2087100"/>
            <a:ext cx="6444702" cy="25706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g3d088728187_0_1645"/>
          <p:cNvSpPr txBox="1"/>
          <p:nvPr/>
        </p:nvSpPr>
        <p:spPr>
          <a:xfrm>
            <a:off x="5357825" y="43375"/>
            <a:ext cx="3242100" cy="51411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1" i="0" lang="en" sz="1400" u="none" cap="none" strike="noStrike">
                <a:solidFill>
                  <a:srgbClr val="980000"/>
                </a:solidFill>
                <a:latin typeface="Calibri"/>
                <a:ea typeface="Calibri"/>
                <a:cs typeface="Calibri"/>
                <a:sym typeface="Calibri"/>
              </a:rPr>
              <a:t>Pipeline Analysis</a:t>
            </a:r>
            <a:br>
              <a:rPr b="1" i="0" lang="en" sz="1400" u="none" cap="none" strike="noStrike">
                <a:solidFill>
                  <a:srgbClr val="980000"/>
                </a:solidFill>
                <a:latin typeface="Calibri"/>
                <a:ea typeface="Calibri"/>
                <a:cs typeface="Calibri"/>
                <a:sym typeface="Calibri"/>
              </a:rPr>
            </a:br>
            <a:r>
              <a:rPr b="0" i="1" lang="en" sz="1400" u="none" cap="none" strike="noStrike">
                <a:solidFill>
                  <a:srgbClr val="980000"/>
                </a:solidFill>
                <a:latin typeface="Calibri"/>
                <a:ea typeface="Calibri"/>
                <a:cs typeface="Calibri"/>
                <a:sym typeface="Calibri"/>
              </a:rPr>
              <a:t>Quality report</a:t>
            </a:r>
            <a:br>
              <a:rPr b="1" i="0" lang="en" sz="1400" u="none" cap="none" strike="noStrike">
                <a:solidFill>
                  <a:srgbClr val="980000"/>
                </a:solidFill>
                <a:latin typeface="Calibri"/>
                <a:ea typeface="Calibri"/>
                <a:cs typeface="Calibri"/>
                <a:sym typeface="Calibri"/>
              </a:rPr>
            </a:br>
            <a:endParaRPr b="1"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1" i="0" lang="en" sz="1400" u="none" cap="none" strike="noStrike">
                <a:solidFill>
                  <a:srgbClr val="980000"/>
                </a:solidFill>
                <a:latin typeface="Calibri"/>
                <a:ea typeface="Calibri"/>
                <a:cs typeface="Calibri"/>
                <a:sym typeface="Calibri"/>
              </a:rPr>
              <a:t>Pipeline refinement</a:t>
            </a:r>
            <a:br>
              <a:rPr b="1" i="0" lang="en" sz="1400" u="none" cap="none" strike="noStrike">
                <a:solidFill>
                  <a:srgbClr val="980000"/>
                </a:solidFill>
                <a:latin typeface="Calibri"/>
                <a:ea typeface="Calibri"/>
                <a:cs typeface="Calibri"/>
                <a:sym typeface="Calibri"/>
              </a:rPr>
            </a:br>
            <a:r>
              <a:rPr b="0" i="1" lang="en" sz="1400" u="none" cap="none" strike="noStrike">
                <a:solidFill>
                  <a:srgbClr val="980000"/>
                </a:solidFill>
                <a:latin typeface="Calibri"/>
                <a:ea typeface="Calibri"/>
                <a:cs typeface="Calibri"/>
                <a:sym typeface="Calibri"/>
              </a:rPr>
              <a:t>Quality report</a:t>
            </a:r>
            <a:br>
              <a:rPr b="0" i="1" lang="en" sz="1400" u="none" cap="none" strike="noStrike">
                <a:solidFill>
                  <a:srgbClr val="980000"/>
                </a:solidFill>
                <a:latin typeface="Calibri"/>
                <a:ea typeface="Calibri"/>
                <a:cs typeface="Calibri"/>
                <a:sym typeface="Calibri"/>
              </a:rPr>
            </a:br>
            <a:endParaRPr b="0" i="1"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1" i="0" lang="en" sz="1400" u="none" cap="none" strike="noStrike">
                <a:solidFill>
                  <a:srgbClr val="980000"/>
                </a:solidFill>
                <a:latin typeface="Calibri"/>
                <a:ea typeface="Calibri"/>
                <a:cs typeface="Calibri"/>
                <a:sym typeface="Calibri"/>
              </a:rPr>
              <a:t>Pipeline generation</a:t>
            </a:r>
            <a:br>
              <a:rPr b="1" i="0" lang="en" sz="1400" u="none" cap="none" strike="noStrike">
                <a:solidFill>
                  <a:srgbClr val="980000"/>
                </a:solidFill>
                <a:latin typeface="Calibri"/>
                <a:ea typeface="Calibri"/>
                <a:cs typeface="Calibri"/>
                <a:sym typeface="Calibri"/>
              </a:rPr>
            </a:br>
            <a:r>
              <a:rPr b="0" i="1" lang="en" sz="1400" u="none" cap="none" strike="noStrike">
                <a:solidFill>
                  <a:srgbClr val="980000"/>
                </a:solidFill>
                <a:latin typeface="Calibri"/>
                <a:ea typeface="Calibri"/>
                <a:cs typeface="Calibri"/>
                <a:sym typeface="Calibri"/>
              </a:rPr>
              <a:t>Generates pipelines from natural language prompts. Uses patterns and can use existing pipelines for RAG.</a:t>
            </a:r>
            <a:br>
              <a:rPr b="0" i="1" lang="en" sz="1400" u="none" cap="none" strike="noStrike">
                <a:solidFill>
                  <a:srgbClr val="980000"/>
                </a:solidFill>
                <a:latin typeface="Calibri"/>
                <a:ea typeface="Calibri"/>
                <a:cs typeface="Calibri"/>
                <a:sym typeface="Calibri"/>
              </a:rPr>
            </a:br>
            <a:endParaRPr b="0" i="1"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1" i="0" lang="en" sz="1400" u="none" cap="none" strike="noStrike">
                <a:solidFill>
                  <a:srgbClr val="980000"/>
                </a:solidFill>
                <a:latin typeface="Calibri"/>
                <a:ea typeface="Calibri"/>
                <a:cs typeface="Calibri"/>
                <a:sym typeface="Calibri"/>
              </a:rPr>
              <a:t>Snap Copilot</a:t>
            </a:r>
            <a:br>
              <a:rPr b="1" i="0" lang="en" sz="1400" u="none" cap="none" strike="noStrike">
                <a:solidFill>
                  <a:srgbClr val="980000"/>
                </a:solidFill>
                <a:latin typeface="Calibri"/>
                <a:ea typeface="Calibri"/>
                <a:cs typeface="Calibri"/>
                <a:sym typeface="Calibri"/>
              </a:rPr>
            </a:br>
            <a:r>
              <a:rPr b="0" i="1" lang="en" sz="1400" u="none" cap="none" strike="noStrike">
                <a:solidFill>
                  <a:srgbClr val="980000"/>
                </a:solidFill>
                <a:latin typeface="Calibri"/>
                <a:ea typeface="Calibri"/>
                <a:cs typeface="Calibri"/>
                <a:sym typeface="Calibri"/>
              </a:rPr>
              <a:t>Use natural language prompting to update the configuration and properties of any Snap.</a:t>
            </a:r>
            <a:br>
              <a:rPr b="0" i="1" lang="en" sz="1400" u="none" cap="none" strike="noStrike">
                <a:solidFill>
                  <a:srgbClr val="980000"/>
                </a:solidFill>
                <a:latin typeface="Calibri"/>
                <a:ea typeface="Calibri"/>
                <a:cs typeface="Calibri"/>
                <a:sym typeface="Calibri"/>
              </a:rPr>
            </a:br>
            <a:endParaRPr b="0" i="1"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1" i="0" lang="en" sz="1400" u="none" cap="none" strike="noStrike">
                <a:solidFill>
                  <a:srgbClr val="980000"/>
                </a:solidFill>
                <a:latin typeface="Calibri"/>
                <a:ea typeface="Calibri"/>
                <a:cs typeface="Calibri"/>
                <a:sym typeface="Calibri"/>
              </a:rPr>
              <a:t>Expression generation</a:t>
            </a:r>
            <a:br>
              <a:rPr b="1" i="0" lang="en" sz="1400" u="none" cap="none" strike="noStrike">
                <a:solidFill>
                  <a:srgbClr val="980000"/>
                </a:solidFill>
                <a:latin typeface="Calibri"/>
                <a:ea typeface="Calibri"/>
                <a:cs typeface="Calibri"/>
                <a:sym typeface="Calibri"/>
              </a:rPr>
            </a:br>
            <a:r>
              <a:rPr b="0" i="1" lang="en" sz="1400" u="none" cap="none" strike="noStrike">
                <a:solidFill>
                  <a:srgbClr val="980000"/>
                </a:solidFill>
                <a:latin typeface="Calibri"/>
                <a:ea typeface="Calibri"/>
                <a:cs typeface="Calibri"/>
                <a:sym typeface="Calibri"/>
              </a:rPr>
              <a:t>Refine or generate new expressions in the expression editor or GPT prompt.</a:t>
            </a:r>
            <a:endParaRPr b="1" i="0" sz="1400" u="none" cap="none" strike="noStrike">
              <a:solidFill>
                <a:srgbClr val="980000"/>
              </a:solidFill>
              <a:latin typeface="Calibri"/>
              <a:ea typeface="Calibri"/>
              <a:cs typeface="Calibri"/>
              <a:sym typeface="Calibri"/>
            </a:endParaRPr>
          </a:p>
        </p:txBody>
      </p:sp>
      <p:pic>
        <p:nvPicPr>
          <p:cNvPr id="936" name="Google Shape;936;g3d088728187_0_1645"/>
          <p:cNvPicPr preferRelativeResize="0"/>
          <p:nvPr/>
        </p:nvPicPr>
        <p:blipFill rotWithShape="1">
          <a:blip r:embed="rId3">
            <a:alphaModFix/>
          </a:blip>
          <a:srcRect b="0" l="0" r="0" t="0"/>
          <a:stretch/>
        </p:blipFill>
        <p:spPr>
          <a:xfrm>
            <a:off x="166325" y="631950"/>
            <a:ext cx="4793275" cy="3788751"/>
          </a:xfrm>
          <a:prstGeom prst="rect">
            <a:avLst/>
          </a:prstGeom>
          <a:noFill/>
          <a:ln>
            <a:noFill/>
          </a:ln>
        </p:spPr>
      </p:pic>
      <p:sp>
        <p:nvSpPr>
          <p:cNvPr id="937" name="Google Shape;937;g3d088728187_0_1645"/>
          <p:cNvSpPr txBox="1"/>
          <p:nvPr/>
        </p:nvSpPr>
        <p:spPr>
          <a:xfrm>
            <a:off x="166325" y="103300"/>
            <a:ext cx="49443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600" u="none" cap="none" strike="noStrike">
                <a:solidFill>
                  <a:schemeClr val="dk1"/>
                </a:solidFill>
                <a:latin typeface="Poppins Medium"/>
                <a:ea typeface="Poppins Medium"/>
                <a:cs typeface="Poppins Medium"/>
                <a:sym typeface="Poppins Medium"/>
              </a:rPr>
              <a:t>SnapGPT</a:t>
            </a:r>
            <a:endParaRPr b="0" i="0" sz="1600" u="none" cap="none" strike="noStrike">
              <a:solidFill>
                <a:schemeClr val="dk1"/>
              </a:solidFill>
              <a:latin typeface="Poppins Medium"/>
              <a:ea typeface="Poppins Medium"/>
              <a:cs typeface="Poppins Medium"/>
              <a:sym typeface="Poppins Medium"/>
            </a:endParaRPr>
          </a:p>
        </p:txBody>
      </p:sp>
      <p:sp>
        <p:nvSpPr>
          <p:cNvPr id="938" name="Google Shape;938;g3d088728187_0_1645"/>
          <p:cNvSpPr txBox="1"/>
          <p:nvPr/>
        </p:nvSpPr>
        <p:spPr>
          <a:xfrm>
            <a:off x="73275" y="4743300"/>
            <a:ext cx="5348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https://docs.snaplogic.com/snapgpt/snapgpt-about.html</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g3d088728187_0_1652"/>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600" u="none" cap="none" strike="noStrike">
                <a:solidFill>
                  <a:schemeClr val="dk1"/>
                </a:solidFill>
                <a:latin typeface="Poppins Medium"/>
                <a:ea typeface="Poppins Medium"/>
                <a:cs typeface="Poppins Medium"/>
                <a:sym typeface="Poppins Medium"/>
              </a:rPr>
              <a:t>Naming conventions</a:t>
            </a:r>
            <a:endParaRPr b="0" i="0" sz="1600" u="none" cap="none" strike="noStrike">
              <a:solidFill>
                <a:schemeClr val="dk1"/>
              </a:solidFill>
              <a:latin typeface="Poppins Medium"/>
              <a:ea typeface="Poppins Medium"/>
              <a:cs typeface="Poppins Medium"/>
              <a:sym typeface="Poppins Medium"/>
            </a:endParaRPr>
          </a:p>
        </p:txBody>
      </p:sp>
      <p:sp>
        <p:nvSpPr>
          <p:cNvPr id="944" name="Google Shape;944;g3d088728187_0_1652"/>
          <p:cNvSpPr txBox="1"/>
          <p:nvPr>
            <p:ph type="title"/>
          </p:nvPr>
        </p:nvSpPr>
        <p:spPr>
          <a:xfrm>
            <a:off x="0" y="4868875"/>
            <a:ext cx="8807700" cy="35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a:t>https://docs.snaplogic.com/public-apis/post-pipeline-quality.html</a:t>
            </a:r>
            <a:endParaRPr sz="1100"/>
          </a:p>
        </p:txBody>
      </p:sp>
      <p:sp>
        <p:nvSpPr>
          <p:cNvPr id="945" name="Google Shape;945;g3d088728187_0_1652"/>
          <p:cNvSpPr/>
          <p:nvPr/>
        </p:nvSpPr>
        <p:spPr>
          <a:xfrm>
            <a:off x="219800" y="656175"/>
            <a:ext cx="1785900" cy="41334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Roboto"/>
                <a:ea typeface="Roboto"/>
                <a:cs typeface="Roboto"/>
                <a:sym typeface="Roboto"/>
              </a:rPr>
              <a:t>Project Naming</a:t>
            </a:r>
            <a:endParaRPr b="1"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chemeClr val="dk2"/>
                </a:solidFill>
                <a:latin typeface="Poppins Medium"/>
                <a:ea typeface="Poppins Medium"/>
                <a:cs typeface="Poppins Medium"/>
                <a:sym typeface="Poppins Medium"/>
              </a:rPr>
              <a:t>Projects should follow the format </a:t>
            </a:r>
            <a:br>
              <a:rPr b="0" i="0" lang="en" sz="1100" u="none" cap="none" strike="noStrike">
                <a:solidFill>
                  <a:schemeClr val="dk2"/>
                </a:solidFill>
                <a:latin typeface="Poppins Medium"/>
                <a:ea typeface="Poppins Medium"/>
                <a:cs typeface="Poppins Medium"/>
                <a:sym typeface="Poppins Medium"/>
              </a:rPr>
            </a:br>
            <a:br>
              <a:rPr b="0" i="0" lang="en" sz="1100" u="none" cap="none" strike="noStrike">
                <a:solidFill>
                  <a:schemeClr val="dk2"/>
                </a:solidFill>
                <a:latin typeface="Poppins Medium"/>
                <a:ea typeface="Poppins Medium"/>
                <a:cs typeface="Poppins Medium"/>
                <a:sym typeface="Poppins Medium"/>
              </a:rPr>
            </a:br>
            <a:r>
              <a:rPr b="0" i="0" lang="en" sz="1100" u="none" cap="none" strike="noStrike">
                <a:solidFill>
                  <a:schemeClr val="dk2"/>
                </a:solidFill>
                <a:latin typeface="Poppins Medium"/>
                <a:ea typeface="Poppins Medium"/>
                <a:cs typeface="Poppins Medium"/>
                <a:sym typeface="Poppins Medium"/>
              </a:rPr>
              <a:t>&lt;Business Domain&gt;_&lt;Business Group&gt; </a:t>
            </a:r>
            <a:br>
              <a:rPr b="0" i="0" lang="en" sz="1100" u="none" cap="none" strike="noStrike">
                <a:solidFill>
                  <a:schemeClr val="dk2"/>
                </a:solidFill>
                <a:latin typeface="Poppins Medium"/>
                <a:ea typeface="Poppins Medium"/>
                <a:cs typeface="Poppins Medium"/>
                <a:sym typeface="Poppins Medium"/>
              </a:rPr>
            </a:br>
            <a:br>
              <a:rPr b="0" i="0" lang="en" sz="1100" u="none" cap="none" strike="noStrike">
                <a:solidFill>
                  <a:schemeClr val="dk2"/>
                </a:solidFill>
                <a:latin typeface="Poppins Medium"/>
                <a:ea typeface="Poppins Medium"/>
                <a:cs typeface="Poppins Medium"/>
                <a:sym typeface="Poppins Medium"/>
              </a:rPr>
            </a:br>
            <a:r>
              <a:rPr b="0" i="0" lang="en" sz="1100" u="none" cap="none" strike="noStrike">
                <a:solidFill>
                  <a:schemeClr val="dk2"/>
                </a:solidFill>
                <a:latin typeface="Poppins Medium"/>
                <a:ea typeface="Poppins Medium"/>
                <a:cs typeface="Poppins Medium"/>
                <a:sym typeface="Poppins Medium"/>
              </a:rPr>
              <a:t>to clarify ownership. </a:t>
            </a:r>
            <a:endParaRPr b="0" i="0" sz="1100" u="none" cap="none" strike="noStrike">
              <a:solidFill>
                <a:schemeClr val="dk2"/>
              </a:solidFill>
              <a:latin typeface="Poppins Medium"/>
              <a:ea typeface="Poppins Medium"/>
              <a:cs typeface="Poppins Medium"/>
              <a:sym typeface="Poppins Medium"/>
            </a:endParaRPr>
          </a:p>
          <a:p>
            <a:pPr indent="0" lvl="0" marL="0" marR="0" rtl="0" algn="l">
              <a:lnSpc>
                <a:spcPct val="115000"/>
              </a:lnSpc>
              <a:spcBef>
                <a:spcPts val="3800"/>
              </a:spcBef>
              <a:spcAft>
                <a:spcPts val="0"/>
              </a:spcAft>
              <a:buClr>
                <a:srgbClr val="000000"/>
              </a:buClr>
              <a:buSzPts val="1100"/>
              <a:buFont typeface="Arial"/>
              <a:buNone/>
            </a:pPr>
            <a:r>
              <a:rPr b="0" i="0" lang="en" sz="1100" u="none" cap="none" strike="noStrike">
                <a:solidFill>
                  <a:schemeClr val="dk2"/>
                </a:solidFill>
                <a:latin typeface="Merriweather"/>
                <a:ea typeface="Merriweather"/>
                <a:cs typeface="Merriweather"/>
                <a:sym typeface="Merriweather"/>
              </a:rPr>
              <a:t>Example: </a:t>
            </a:r>
            <a:br>
              <a:rPr b="0" i="0" lang="en" sz="1100" u="none" cap="none" strike="noStrike">
                <a:solidFill>
                  <a:schemeClr val="dk2"/>
                </a:solidFill>
                <a:latin typeface="Merriweather"/>
                <a:ea typeface="Merriweather"/>
                <a:cs typeface="Merriweather"/>
                <a:sym typeface="Merriweather"/>
              </a:rPr>
            </a:br>
            <a:br>
              <a:rPr b="0" i="0" lang="en" sz="1100" u="none" cap="none" strike="noStrike">
                <a:solidFill>
                  <a:schemeClr val="dk2"/>
                </a:solidFill>
                <a:latin typeface="Merriweather"/>
                <a:ea typeface="Merriweather"/>
                <a:cs typeface="Merriweather"/>
                <a:sym typeface="Merriweather"/>
              </a:rPr>
            </a:br>
            <a:r>
              <a:rPr b="0" i="1" lang="en" sz="1100" u="none" cap="none" strike="noStrike">
                <a:solidFill>
                  <a:srgbClr val="980000"/>
                </a:solidFill>
                <a:latin typeface="Merriweather"/>
                <a:ea typeface="Merriweather"/>
                <a:cs typeface="Merriweather"/>
                <a:sym typeface="Merriweather"/>
              </a:rPr>
              <a:t>HR_Analytics, Sales_Corporate, or Product_PartnerProgram</a:t>
            </a:r>
            <a:endParaRPr b="0" i="1" sz="1100" u="none" cap="none" strike="noStrike">
              <a:solidFill>
                <a:srgbClr val="980000"/>
              </a:solidFill>
              <a:latin typeface="Merriweather"/>
              <a:ea typeface="Merriweather"/>
              <a:cs typeface="Merriweather"/>
              <a:sym typeface="Merriweather"/>
            </a:endParaRPr>
          </a:p>
          <a:p>
            <a:pPr indent="0" lvl="0" marL="0" marR="0" rtl="0" algn="l">
              <a:lnSpc>
                <a:spcPct val="100000"/>
              </a:lnSpc>
              <a:spcBef>
                <a:spcPts val="3800"/>
              </a:spcBef>
              <a:spcAft>
                <a:spcPts val="0"/>
              </a:spcAft>
              <a:buClr>
                <a:srgbClr val="000000"/>
              </a:buClr>
              <a:buSzPts val="1200"/>
              <a:buFont typeface="Arial"/>
              <a:buNone/>
            </a:pPr>
            <a:r>
              <a:t/>
            </a:r>
            <a:endParaRPr b="1" i="0" sz="1200" u="none" cap="none" strike="noStrike">
              <a:solidFill>
                <a:srgbClr val="000000"/>
              </a:solidFill>
              <a:latin typeface="Roboto"/>
              <a:ea typeface="Roboto"/>
              <a:cs typeface="Roboto"/>
              <a:sym typeface="Roboto"/>
            </a:endParaRPr>
          </a:p>
        </p:txBody>
      </p:sp>
      <p:sp>
        <p:nvSpPr>
          <p:cNvPr id="946" name="Google Shape;946;g3d088728187_0_1652"/>
          <p:cNvSpPr/>
          <p:nvPr/>
        </p:nvSpPr>
        <p:spPr>
          <a:xfrm>
            <a:off x="2232525" y="656175"/>
            <a:ext cx="1870500" cy="41334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Roboto"/>
                <a:ea typeface="Roboto"/>
                <a:cs typeface="Roboto"/>
                <a:sym typeface="Roboto"/>
              </a:rPr>
              <a:t>Pipeline Naming</a:t>
            </a:r>
            <a:endParaRPr b="1" i="0" sz="12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Roboto"/>
                <a:ea typeface="Roboto"/>
                <a:cs typeface="Roboto"/>
                <a:sym typeface="Roboto"/>
              </a:rPr>
            </a:br>
            <a:r>
              <a:rPr b="0" i="0" lang="en" sz="1100" u="none" cap="none" strike="noStrike">
                <a:solidFill>
                  <a:srgbClr val="980000"/>
                </a:solidFill>
                <a:latin typeface="Poppins Medium"/>
                <a:ea typeface="Poppins Medium"/>
                <a:cs typeface="Poppins Medium"/>
                <a:sym typeface="Poppins Medium"/>
              </a:rPr>
              <a:t>Parent Pipelines</a:t>
            </a:r>
            <a:br>
              <a:rPr b="0" i="0" lang="en" sz="1400" u="none" cap="none" strike="noStrike">
                <a:solidFill>
                  <a:srgbClr val="000000"/>
                </a:solidFill>
                <a:latin typeface="Roboto"/>
                <a:ea typeface="Roboto"/>
                <a:cs typeface="Roboto"/>
                <a:sym typeface="Roboto"/>
              </a:rPr>
            </a:br>
            <a:r>
              <a:rPr b="0" i="0" lang="en" sz="1100" u="none" cap="none" strike="noStrike">
                <a:solidFill>
                  <a:schemeClr val="dk2"/>
                </a:solidFill>
                <a:latin typeface="Poppins Medium"/>
                <a:ea typeface="Poppins Medium"/>
                <a:cs typeface="Poppins Medium"/>
                <a:sym typeface="Poppins Medium"/>
              </a:rPr>
              <a:t>&lt;verb&gt;&lt;BusinessFunction&gt; to describe the action.</a:t>
            </a:r>
            <a:br>
              <a:rPr b="0" i="0" lang="en" sz="1100" u="none" cap="none" strike="noStrike">
                <a:solidFill>
                  <a:schemeClr val="dk2"/>
                </a:solidFill>
                <a:latin typeface="Poppins Medium"/>
                <a:ea typeface="Poppins Medium"/>
                <a:cs typeface="Poppins Medium"/>
                <a:sym typeface="Poppins Medium"/>
              </a:rPr>
            </a:br>
            <a:br>
              <a:rPr b="0" i="0" lang="en" sz="1100" u="none" cap="none" strike="noStrike">
                <a:solidFill>
                  <a:schemeClr val="dk2"/>
                </a:solidFill>
                <a:latin typeface="Poppins Medium"/>
                <a:ea typeface="Poppins Medium"/>
                <a:cs typeface="Poppins Medium"/>
                <a:sym typeface="Poppins Medium"/>
              </a:rPr>
            </a:br>
            <a:r>
              <a:rPr b="0" i="0" lang="en" sz="1100" u="none" cap="none" strike="noStrike">
                <a:solidFill>
                  <a:schemeClr val="dk2"/>
                </a:solidFill>
                <a:latin typeface="Poppins Medium"/>
                <a:ea typeface="Poppins Medium"/>
                <a:cs typeface="Poppins Medium"/>
                <a:sym typeface="Poppins Medium"/>
              </a:rPr>
              <a:t>Example: </a:t>
            </a:r>
            <a:r>
              <a:rPr b="0" i="1" lang="en" sz="1100" u="none" cap="none" strike="noStrike">
                <a:solidFill>
                  <a:schemeClr val="dk2"/>
                </a:solidFill>
                <a:latin typeface="Poppins Medium"/>
                <a:ea typeface="Poppins Medium"/>
                <a:cs typeface="Poppins Medium"/>
                <a:sym typeface="Poppins Medium"/>
              </a:rPr>
              <a:t>getCustomerOrder or submitPaymentAuthorization.</a:t>
            </a:r>
            <a:endParaRPr b="0" i="1" sz="1100" u="none" cap="none" strike="noStrike">
              <a:solidFill>
                <a:schemeClr val="dk2"/>
              </a:solidFill>
              <a:latin typeface="Poppins Medium"/>
              <a:ea typeface="Poppins Medium"/>
              <a:cs typeface="Poppins Medium"/>
              <a:sym typeface="Poppins Medium"/>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Roboto"/>
                <a:ea typeface="Roboto"/>
                <a:cs typeface="Roboto"/>
                <a:sym typeface="Roboto"/>
              </a:rPr>
            </a:br>
            <a:r>
              <a:rPr b="0" i="0" lang="en" sz="1100" u="none" cap="none" strike="noStrike">
                <a:solidFill>
                  <a:srgbClr val="980000"/>
                </a:solidFill>
                <a:latin typeface="Poppins Medium"/>
                <a:ea typeface="Poppins Medium"/>
                <a:cs typeface="Poppins Medium"/>
                <a:sym typeface="Poppins Medium"/>
              </a:rPr>
              <a:t>Child  Pipelines</a:t>
            </a:r>
            <a:br>
              <a:rPr b="0" i="0" lang="en" sz="1100" u="none" cap="none" strike="noStrike">
                <a:solidFill>
                  <a:srgbClr val="980000"/>
                </a:solidFill>
                <a:latin typeface="Poppins Medium"/>
                <a:ea typeface="Poppins Medium"/>
                <a:cs typeface="Poppins Medium"/>
                <a:sym typeface="Poppins Medium"/>
              </a:rPr>
            </a:br>
            <a:r>
              <a:rPr b="0" i="0" lang="en" sz="1100" u="none" cap="none" strike="noStrike">
                <a:solidFill>
                  <a:srgbClr val="181818"/>
                </a:solidFill>
                <a:latin typeface="Poppins Medium"/>
                <a:ea typeface="Poppins Medium"/>
                <a:cs typeface="Poppins Medium"/>
                <a:sym typeface="Poppins Medium"/>
              </a:rPr>
              <a:t>Prepend with child_ or sub_ to distinguish dependencies. </a:t>
            </a:r>
            <a:endParaRPr b="0" i="0" sz="1100" u="none" cap="none" strike="noStrike">
              <a:solidFill>
                <a:srgbClr val="181818"/>
              </a:solidFill>
              <a:latin typeface="Poppins Medium"/>
              <a:ea typeface="Poppins Medium"/>
              <a:cs typeface="Poppins Medium"/>
              <a:sym typeface="Poppins Medium"/>
            </a:endParaRPr>
          </a:p>
          <a:p>
            <a:pPr indent="0" lvl="0" marL="0" marR="0" rtl="0" algn="l">
              <a:lnSpc>
                <a:spcPct val="100000"/>
              </a:lnSpc>
              <a:spcBef>
                <a:spcPts val="0"/>
              </a:spcBef>
              <a:spcAft>
                <a:spcPts val="0"/>
              </a:spcAft>
              <a:buClr>
                <a:srgbClr val="000000"/>
              </a:buClr>
              <a:buSzPts val="1100"/>
              <a:buFont typeface="Arial"/>
              <a:buNone/>
            </a:pPr>
            <a:br>
              <a:rPr b="0" i="0" lang="en" sz="1100" u="none" cap="none" strike="noStrike">
                <a:solidFill>
                  <a:srgbClr val="181818"/>
                </a:solidFill>
                <a:latin typeface="Poppins Medium"/>
                <a:ea typeface="Poppins Medium"/>
                <a:cs typeface="Poppins Medium"/>
                <a:sym typeface="Poppins Medium"/>
              </a:rPr>
            </a:br>
            <a:r>
              <a:rPr b="0" i="0" lang="en" sz="1100" u="none" cap="none" strike="noStrike">
                <a:solidFill>
                  <a:srgbClr val="181818"/>
                </a:solidFill>
                <a:latin typeface="Poppins Medium"/>
                <a:ea typeface="Poppins Medium"/>
                <a:cs typeface="Poppins Medium"/>
                <a:sym typeface="Poppins Medium"/>
              </a:rPr>
              <a:t>Example:</a:t>
            </a:r>
            <a:br>
              <a:rPr b="0" i="0" lang="en" sz="1100" u="none" cap="none" strike="noStrike">
                <a:solidFill>
                  <a:srgbClr val="181818"/>
                </a:solidFill>
                <a:latin typeface="Poppins Medium"/>
                <a:ea typeface="Poppins Medium"/>
                <a:cs typeface="Poppins Medium"/>
                <a:sym typeface="Poppins Medium"/>
              </a:rPr>
            </a:br>
            <a:r>
              <a:rPr b="0" i="1" lang="en" sz="1100" u="none" cap="none" strike="noStrike">
                <a:solidFill>
                  <a:srgbClr val="181818"/>
                </a:solidFill>
                <a:latin typeface="Poppins Medium"/>
                <a:ea typeface="Poppins Medium"/>
                <a:cs typeface="Poppins Medium"/>
                <a:sym typeface="Poppins Medium"/>
              </a:rPr>
              <a:t>child_getAddress.</a:t>
            </a:r>
            <a:endParaRPr b="0" i="1" sz="1400" u="none" cap="none" strike="noStrike">
              <a:solidFill>
                <a:srgbClr val="181818"/>
              </a:solidFill>
              <a:latin typeface="Roboto"/>
              <a:ea typeface="Roboto"/>
              <a:cs typeface="Roboto"/>
              <a:sym typeface="Roboto"/>
            </a:endParaRPr>
          </a:p>
        </p:txBody>
      </p:sp>
      <p:sp>
        <p:nvSpPr>
          <p:cNvPr id="947" name="Google Shape;947;g3d088728187_0_1652"/>
          <p:cNvSpPr/>
          <p:nvPr/>
        </p:nvSpPr>
        <p:spPr>
          <a:xfrm>
            <a:off x="5932750" y="196075"/>
            <a:ext cx="1733100" cy="3540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Roboto"/>
                <a:ea typeface="Roboto"/>
                <a:cs typeface="Roboto"/>
                <a:sym typeface="Roboto"/>
              </a:rPr>
              <a:t>Asset Naming</a:t>
            </a:r>
            <a:endParaRPr b="1" i="0" sz="12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948" name="Google Shape;948;g3d088728187_0_1652"/>
          <p:cNvSpPr/>
          <p:nvPr/>
        </p:nvSpPr>
        <p:spPr>
          <a:xfrm>
            <a:off x="4265875" y="708000"/>
            <a:ext cx="2049000" cy="1984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Roboto"/>
                <a:ea typeface="Roboto"/>
                <a:cs typeface="Roboto"/>
                <a:sym typeface="Roboto"/>
              </a:rPr>
              <a:t>Files</a:t>
            </a:r>
            <a:br>
              <a:rPr b="1" i="0" lang="en" sz="1200" u="none" cap="none" strike="noStrike">
                <a:solidFill>
                  <a:schemeClr val="dk2"/>
                </a:solidFill>
                <a:latin typeface="Roboto"/>
                <a:ea typeface="Roboto"/>
                <a:cs typeface="Roboto"/>
                <a:sym typeface="Roboto"/>
              </a:rPr>
            </a:br>
            <a:br>
              <a:rPr b="1" i="0" lang="en" sz="1200" u="none" cap="none" strike="noStrike">
                <a:solidFill>
                  <a:schemeClr val="dk2"/>
                </a:solidFill>
                <a:latin typeface="Roboto"/>
                <a:ea typeface="Roboto"/>
                <a:cs typeface="Roboto"/>
                <a:sym typeface="Roboto"/>
              </a:rPr>
            </a:br>
            <a:r>
              <a:rPr b="0" i="0" lang="en" sz="1100" u="none" cap="none" strike="noStrike">
                <a:solidFill>
                  <a:schemeClr val="dk2"/>
                </a:solidFill>
                <a:latin typeface="Poppins Medium"/>
                <a:ea typeface="Poppins Medium"/>
                <a:cs typeface="Poppins Medium"/>
                <a:sym typeface="Poppins Medium"/>
              </a:rPr>
              <a:t>Referenced files to match PL name.</a:t>
            </a:r>
            <a:endParaRPr b="1" i="0" sz="12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br>
              <a:rPr b="0" i="0" lang="en" sz="1200" u="none" cap="none" strike="noStrike">
                <a:solidFill>
                  <a:schemeClr val="dk2"/>
                </a:solidFill>
                <a:latin typeface="Roboto"/>
                <a:ea typeface="Roboto"/>
                <a:cs typeface="Roboto"/>
                <a:sym typeface="Roboto"/>
              </a:rPr>
            </a:br>
            <a:r>
              <a:rPr b="0" i="0" lang="en" sz="1100" u="none" cap="none" strike="noStrike">
                <a:solidFill>
                  <a:srgbClr val="980000"/>
                </a:solidFill>
                <a:latin typeface="Roboto"/>
                <a:ea typeface="Roboto"/>
                <a:cs typeface="Roboto"/>
                <a:sym typeface="Roboto"/>
              </a:rPr>
              <a:t>Example: If the pipeline is child_getAddress, the input file should be named </a:t>
            </a:r>
            <a:r>
              <a:rPr b="1" i="0" lang="en" sz="1100" u="none" cap="none" strike="noStrike">
                <a:solidFill>
                  <a:srgbClr val="980000"/>
                </a:solidFill>
                <a:latin typeface="Roboto"/>
                <a:ea typeface="Roboto"/>
                <a:cs typeface="Roboto"/>
                <a:sym typeface="Roboto"/>
              </a:rPr>
              <a:t>child_getAddress.csv.</a:t>
            </a:r>
            <a:endParaRPr b="1" i="0" sz="1100" u="none" cap="none" strike="noStrike">
              <a:solidFill>
                <a:srgbClr val="98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br>
              <a:rPr b="1" i="0" lang="en" sz="1200" u="none" cap="none" strike="noStrike">
                <a:solidFill>
                  <a:schemeClr val="dk2"/>
                </a:solidFill>
                <a:latin typeface="Roboto"/>
                <a:ea typeface="Roboto"/>
                <a:cs typeface="Roboto"/>
                <a:sym typeface="Roboto"/>
              </a:rPr>
            </a:br>
            <a:endParaRPr b="1" i="0" sz="12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181818"/>
              </a:solidFill>
              <a:latin typeface="Roboto"/>
              <a:ea typeface="Roboto"/>
              <a:cs typeface="Roboto"/>
              <a:sym typeface="Roboto"/>
            </a:endParaRPr>
          </a:p>
        </p:txBody>
      </p:sp>
      <p:sp>
        <p:nvSpPr>
          <p:cNvPr id="949" name="Google Shape;949;g3d088728187_0_1652"/>
          <p:cNvSpPr/>
          <p:nvPr/>
        </p:nvSpPr>
        <p:spPr>
          <a:xfrm>
            <a:off x="6583025" y="656175"/>
            <a:ext cx="2142300" cy="1984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Roboto"/>
                <a:ea typeface="Roboto"/>
                <a:cs typeface="Roboto"/>
                <a:sym typeface="Roboto"/>
              </a:rPr>
              <a:t>Accounts</a:t>
            </a:r>
            <a:br>
              <a:rPr b="1" i="0" lang="en" sz="1200" u="none" cap="none" strike="noStrike">
                <a:solidFill>
                  <a:schemeClr val="dk2"/>
                </a:solidFill>
                <a:latin typeface="Roboto"/>
                <a:ea typeface="Roboto"/>
                <a:cs typeface="Roboto"/>
                <a:sym typeface="Roboto"/>
              </a:rPr>
            </a:br>
            <a:br>
              <a:rPr b="1" i="0" lang="en" sz="1200" u="none" cap="none" strike="noStrike">
                <a:solidFill>
                  <a:schemeClr val="dk2"/>
                </a:solidFill>
                <a:latin typeface="Roboto"/>
                <a:ea typeface="Roboto"/>
                <a:cs typeface="Roboto"/>
                <a:sym typeface="Roboto"/>
              </a:rPr>
            </a:br>
            <a:r>
              <a:rPr b="0" i="0" lang="en" sz="1100" u="none" cap="none" strike="noStrike">
                <a:solidFill>
                  <a:schemeClr val="dk2"/>
                </a:solidFill>
                <a:latin typeface="Poppins Medium"/>
                <a:ea typeface="Poppins Medium"/>
                <a:cs typeface="Poppins Medium"/>
                <a:sym typeface="Poppins Medium"/>
              </a:rPr>
              <a:t>Create accounts per project following &lt;Application/Database&gt;_&lt;Project Name&gt;. </a:t>
            </a:r>
            <a:br>
              <a:rPr b="0" i="0" lang="en" sz="1100" u="none" cap="none" strike="noStrike">
                <a:solidFill>
                  <a:schemeClr val="dk2"/>
                </a:solidFill>
                <a:latin typeface="Roboto"/>
                <a:ea typeface="Roboto"/>
                <a:cs typeface="Roboto"/>
                <a:sym typeface="Roboto"/>
              </a:rPr>
            </a:br>
            <a:br>
              <a:rPr b="0" i="0" lang="en" sz="1100" u="none" cap="none" strike="noStrike">
                <a:solidFill>
                  <a:schemeClr val="dk2"/>
                </a:solidFill>
                <a:latin typeface="Roboto"/>
                <a:ea typeface="Roboto"/>
                <a:cs typeface="Roboto"/>
                <a:sym typeface="Roboto"/>
              </a:rPr>
            </a:br>
            <a:r>
              <a:rPr b="0" i="0" lang="en" sz="1100" u="none" cap="none" strike="noStrike">
                <a:solidFill>
                  <a:schemeClr val="dk2"/>
                </a:solidFill>
                <a:latin typeface="Roboto"/>
                <a:ea typeface="Roboto"/>
                <a:cs typeface="Roboto"/>
                <a:sym typeface="Roboto"/>
              </a:rPr>
              <a:t>Example: </a:t>
            </a:r>
            <a:r>
              <a:rPr b="1" i="0" lang="en" sz="1100" u="none" cap="none" strike="noStrike">
                <a:solidFill>
                  <a:schemeClr val="dk2"/>
                </a:solidFill>
                <a:latin typeface="Roboto"/>
                <a:ea typeface="Roboto"/>
                <a:cs typeface="Roboto"/>
                <a:sym typeface="Roboto"/>
              </a:rPr>
              <a:t>SFDC_HR</a:t>
            </a:r>
            <a:r>
              <a:rPr b="0" i="0" lang="en" sz="1100" u="none" cap="none" strike="noStrike">
                <a:solidFill>
                  <a:schemeClr val="dk2"/>
                </a:solidFill>
                <a:latin typeface="Roboto"/>
                <a:ea typeface="Roboto"/>
                <a:cs typeface="Roboto"/>
                <a:sym typeface="Roboto"/>
              </a:rPr>
              <a:t> (Salesforce account for the HR project).</a:t>
            </a:r>
            <a:endParaRPr b="0" i="0" sz="10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br>
              <a:rPr b="1" i="0" lang="en" sz="1200" u="none" cap="none" strike="noStrike">
                <a:solidFill>
                  <a:schemeClr val="dk2"/>
                </a:solidFill>
                <a:latin typeface="Roboto"/>
                <a:ea typeface="Roboto"/>
                <a:cs typeface="Roboto"/>
                <a:sym typeface="Roboto"/>
              </a:rPr>
            </a:br>
            <a:endParaRPr b="1" i="0" sz="12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br>
              <a:rPr b="0" i="1" lang="en" sz="1400" u="none" cap="none" strike="noStrike">
                <a:solidFill>
                  <a:srgbClr val="181818"/>
                </a:solidFill>
                <a:latin typeface="Roboto"/>
                <a:ea typeface="Roboto"/>
                <a:cs typeface="Roboto"/>
                <a:sym typeface="Roboto"/>
              </a:rPr>
            </a:br>
            <a:endParaRPr b="0" i="1" sz="1400" u="none" cap="none" strike="noStrike">
              <a:solidFill>
                <a:srgbClr val="181818"/>
              </a:solidFill>
              <a:latin typeface="Roboto"/>
              <a:ea typeface="Roboto"/>
              <a:cs typeface="Roboto"/>
              <a:sym typeface="Roboto"/>
            </a:endParaRPr>
          </a:p>
        </p:txBody>
      </p:sp>
      <p:sp>
        <p:nvSpPr>
          <p:cNvPr id="950" name="Google Shape;950;g3d088728187_0_1652"/>
          <p:cNvSpPr/>
          <p:nvPr/>
        </p:nvSpPr>
        <p:spPr>
          <a:xfrm>
            <a:off x="4265875" y="2804775"/>
            <a:ext cx="2049000" cy="1984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Roboto"/>
                <a:ea typeface="Roboto"/>
                <a:cs typeface="Roboto"/>
                <a:sym typeface="Roboto"/>
              </a:rPr>
              <a:t>Tasks</a:t>
            </a:r>
            <a:br>
              <a:rPr b="1" i="0" lang="en" sz="1200" u="none" cap="none" strike="noStrike">
                <a:solidFill>
                  <a:schemeClr val="dk2"/>
                </a:solidFill>
                <a:latin typeface="Roboto"/>
                <a:ea typeface="Roboto"/>
                <a:cs typeface="Roboto"/>
                <a:sym typeface="Roboto"/>
              </a:rPr>
            </a:br>
            <a:br>
              <a:rPr b="1" i="0" lang="en" sz="1200" u="none" cap="none" strike="noStrike">
                <a:solidFill>
                  <a:schemeClr val="dk2"/>
                </a:solidFill>
                <a:latin typeface="Roboto"/>
                <a:ea typeface="Roboto"/>
                <a:cs typeface="Roboto"/>
                <a:sym typeface="Roboto"/>
              </a:rPr>
            </a:br>
            <a:r>
              <a:rPr b="0" i="0" lang="en" sz="1100" u="none" cap="none" strike="noStrike">
                <a:solidFill>
                  <a:schemeClr val="dk2"/>
                </a:solidFill>
                <a:latin typeface="Poppins Medium"/>
                <a:ea typeface="Poppins Medium"/>
                <a:cs typeface="Poppins Medium"/>
                <a:sym typeface="Poppins Medium"/>
              </a:rPr>
              <a:t>Append the task type to the pipeline name. </a:t>
            </a:r>
            <a:br>
              <a:rPr b="0" i="0" lang="en" sz="1100" u="none" cap="none" strike="noStrike">
                <a:solidFill>
                  <a:schemeClr val="dk2"/>
                </a:solidFill>
                <a:latin typeface="Poppins Medium"/>
                <a:ea typeface="Poppins Medium"/>
                <a:cs typeface="Poppins Medium"/>
                <a:sym typeface="Poppins Medium"/>
              </a:rPr>
            </a:br>
            <a:endParaRPr b="0" i="0" sz="1100" u="none" cap="none" strike="noStrike">
              <a:solidFill>
                <a:schemeClr val="dk2"/>
              </a:solidFill>
              <a:latin typeface="Poppins Medium"/>
              <a:ea typeface="Poppins Medium"/>
              <a:cs typeface="Poppins Medium"/>
              <a:sym typeface="Poppins Medium"/>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980000"/>
                </a:solidFill>
                <a:latin typeface="Roboto"/>
                <a:ea typeface="Roboto"/>
                <a:cs typeface="Roboto"/>
                <a:sym typeface="Roboto"/>
              </a:rPr>
              <a:t>Example: </a:t>
            </a:r>
            <a:r>
              <a:rPr b="0" i="1" lang="en" sz="1100" u="none" cap="none" strike="noStrike">
                <a:solidFill>
                  <a:srgbClr val="980000"/>
                </a:solidFill>
                <a:latin typeface="Roboto"/>
                <a:ea typeface="Roboto"/>
                <a:cs typeface="Roboto"/>
                <a:sym typeface="Roboto"/>
              </a:rPr>
              <a:t>getCustomerOrder_Triggered_Task</a:t>
            </a:r>
            <a:br>
              <a:rPr b="0" i="0" lang="en" sz="1200" u="none" cap="none" strike="noStrike">
                <a:solidFill>
                  <a:schemeClr val="dk2"/>
                </a:solidFill>
                <a:latin typeface="Roboto"/>
                <a:ea typeface="Roboto"/>
                <a:cs typeface="Roboto"/>
                <a:sym typeface="Roboto"/>
              </a:rPr>
            </a:br>
            <a:endParaRPr b="0" i="0" sz="12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181818"/>
              </a:solidFill>
              <a:latin typeface="Roboto"/>
              <a:ea typeface="Roboto"/>
              <a:cs typeface="Roboto"/>
              <a:sym typeface="Roboto"/>
            </a:endParaRPr>
          </a:p>
        </p:txBody>
      </p:sp>
      <p:sp>
        <p:nvSpPr>
          <p:cNvPr id="951" name="Google Shape;951;g3d088728187_0_1652"/>
          <p:cNvSpPr/>
          <p:nvPr/>
        </p:nvSpPr>
        <p:spPr>
          <a:xfrm>
            <a:off x="6515100" y="2747075"/>
            <a:ext cx="2311500" cy="21987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Roboto"/>
                <a:ea typeface="Roboto"/>
                <a:cs typeface="Roboto"/>
                <a:sym typeface="Roboto"/>
              </a:rPr>
              <a:t>Snaps</a:t>
            </a:r>
            <a:br>
              <a:rPr b="1" i="0" lang="en" sz="1200" u="none" cap="none" strike="noStrike">
                <a:solidFill>
                  <a:schemeClr val="dk2"/>
                </a:solidFill>
                <a:latin typeface="Roboto"/>
                <a:ea typeface="Roboto"/>
                <a:cs typeface="Roboto"/>
                <a:sym typeface="Roboto"/>
              </a:rPr>
            </a:br>
            <a:br>
              <a:rPr b="1" i="0" lang="en" sz="1200" u="none" cap="none" strike="noStrike">
                <a:solidFill>
                  <a:schemeClr val="dk2"/>
                </a:solidFill>
                <a:latin typeface="Roboto"/>
                <a:ea typeface="Roboto"/>
                <a:cs typeface="Roboto"/>
                <a:sym typeface="Roboto"/>
              </a:rPr>
            </a:br>
            <a:r>
              <a:rPr b="0" i="0" lang="en" sz="1100" u="none" cap="none" strike="noStrike">
                <a:solidFill>
                  <a:schemeClr val="dk2"/>
                </a:solidFill>
                <a:latin typeface="Poppins Medium"/>
                <a:ea typeface="Poppins Medium"/>
                <a:cs typeface="Poppins Medium"/>
                <a:sym typeface="Poppins Medium"/>
              </a:rPr>
              <a:t>Rename individual Snaps when placing them on the canvas. Changing "JSON Parser" to "JSON</a:t>
            </a:r>
            <a:br>
              <a:rPr b="0" i="0" lang="en" sz="1100" u="none" cap="none" strike="noStrike">
                <a:solidFill>
                  <a:schemeClr val="dk2"/>
                </a:solidFill>
                <a:latin typeface="Poppins Medium"/>
                <a:ea typeface="Poppins Medium"/>
                <a:cs typeface="Poppins Medium"/>
                <a:sym typeface="Poppins Medium"/>
              </a:rPr>
            </a:br>
            <a:r>
              <a:rPr b="0" i="0" lang="en" sz="1100" u="none" cap="none" strike="noStrike">
                <a:solidFill>
                  <a:schemeClr val="dk2"/>
                </a:solidFill>
                <a:latin typeface="Poppins Medium"/>
                <a:ea typeface="Poppins Medium"/>
                <a:cs typeface="Poppins Medium"/>
                <a:sym typeface="Poppins Medium"/>
              </a:rPr>
              <a:t>_Parser_Orders" ensures that runtime logs identify exactly which step failed, rather than listing generic Snap names.</a:t>
            </a:r>
            <a:endParaRPr b="0" i="0" sz="1300" u="none" cap="none" strike="noStrike">
              <a:solidFill>
                <a:srgbClr val="000000"/>
              </a:solidFill>
              <a:latin typeface="Poppins Medium"/>
              <a:ea typeface="Poppins Medium"/>
              <a:cs typeface="Poppins Medium"/>
              <a:sym typeface="Poppins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d088728187_0_1641"/>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2400">
                <a:latin typeface="Poppins SemiBold"/>
                <a:ea typeface="Poppins SemiBold"/>
                <a:cs typeface="Poppins SemiBold"/>
                <a:sym typeface="Poppins SemiBold"/>
              </a:rPr>
              <a:t>Audit logging</a:t>
            </a:r>
            <a:endParaRPr sz="2400">
              <a:latin typeface="Poppins SemiBold"/>
              <a:ea typeface="Poppins SemiBold"/>
              <a:cs typeface="Poppins SemiBold"/>
              <a:sym typeface="Poppins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g3d088728187_0_1139"/>
          <p:cNvSpPr txBox="1"/>
          <p:nvPr/>
        </p:nvSpPr>
        <p:spPr>
          <a:xfrm>
            <a:off x="166325" y="103300"/>
            <a:ext cx="8242500" cy="35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2240"/>
              <a:buFont typeface="Arial"/>
              <a:buNone/>
            </a:pPr>
            <a:r>
              <a:rPr b="0" i="0" lang="en" sz="1600" u="none" cap="none" strike="noStrike">
                <a:solidFill>
                  <a:schemeClr val="dk1"/>
                </a:solidFill>
                <a:latin typeface="Poppins Medium"/>
                <a:ea typeface="Poppins Medium"/>
                <a:cs typeface="Poppins Medium"/>
                <a:sym typeface="Poppins Medium"/>
              </a:rPr>
              <a:t>Logging for Audit / Compliance (Using Log Snap)</a:t>
            </a:r>
            <a:endParaRPr b="0" i="0" sz="1600" u="none" cap="none" strike="noStrike">
              <a:solidFill>
                <a:schemeClr val="dk1"/>
              </a:solidFill>
              <a:latin typeface="Poppins Medium"/>
              <a:ea typeface="Poppins Medium"/>
              <a:cs typeface="Poppins Medium"/>
              <a:sym typeface="Poppins Medium"/>
            </a:endParaRPr>
          </a:p>
        </p:txBody>
      </p:sp>
      <p:sp>
        <p:nvSpPr>
          <p:cNvPr id="962" name="Google Shape;962;g3d088728187_0_1139"/>
          <p:cNvSpPr txBox="1"/>
          <p:nvPr>
            <p:ph type="title"/>
          </p:nvPr>
        </p:nvSpPr>
        <p:spPr>
          <a:xfrm>
            <a:off x="45175" y="4480725"/>
            <a:ext cx="8807700" cy="692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sz="1100"/>
              <a:t>https://docs-snaplogic.atlassian.net/wiki/spaces/SD/pages/3990421701/Log</a:t>
            </a:r>
            <a:br>
              <a:rPr lang="en"/>
            </a:br>
            <a:r>
              <a:rPr lang="en" sz="1100" u="sng">
                <a:solidFill>
                  <a:schemeClr val="hlink"/>
                </a:solidFill>
                <a:hlinkClick r:id="rId3"/>
              </a:rPr>
              <a:t>https://docs.dynatrace.com/docs/ingest-from/opentelemetry/collector</a:t>
            </a:r>
            <a:endParaRPr sz="1100"/>
          </a:p>
          <a:p>
            <a:pPr indent="0" lvl="0" marL="0" rtl="0" algn="l">
              <a:lnSpc>
                <a:spcPct val="100000"/>
              </a:lnSpc>
              <a:spcBef>
                <a:spcPts val="0"/>
              </a:spcBef>
              <a:spcAft>
                <a:spcPts val="0"/>
              </a:spcAft>
              <a:buSzPts val="2400"/>
              <a:buNone/>
            </a:pPr>
            <a:r>
              <a:rPr lang="en" sz="1100"/>
              <a:t>https://docs.snaplogic.com/tool-integrations/observability-about.html</a:t>
            </a:r>
            <a:endParaRPr sz="1100"/>
          </a:p>
        </p:txBody>
      </p:sp>
      <p:pic>
        <p:nvPicPr>
          <p:cNvPr id="963" name="Google Shape;963;g3d088728187_0_1139"/>
          <p:cNvPicPr preferRelativeResize="0"/>
          <p:nvPr/>
        </p:nvPicPr>
        <p:blipFill rotWithShape="1">
          <a:blip r:embed="rId4">
            <a:alphaModFix/>
          </a:blip>
          <a:srcRect b="0" l="0" r="0" t="0"/>
          <a:stretch/>
        </p:blipFill>
        <p:spPr>
          <a:xfrm>
            <a:off x="113200" y="677075"/>
            <a:ext cx="6463576" cy="2954574"/>
          </a:xfrm>
          <a:prstGeom prst="rect">
            <a:avLst/>
          </a:prstGeom>
          <a:noFill/>
          <a:ln>
            <a:noFill/>
          </a:ln>
        </p:spPr>
      </p:pic>
      <p:sp>
        <p:nvSpPr>
          <p:cNvPr id="964" name="Google Shape;964;g3d088728187_0_1139"/>
          <p:cNvSpPr txBox="1"/>
          <p:nvPr/>
        </p:nvSpPr>
        <p:spPr>
          <a:xfrm>
            <a:off x="6446375" y="605050"/>
            <a:ext cx="2620200" cy="43623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Log Snap can be used to selectively print informational messages to the jcc.json log file.</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Integration with external Observability tools (Dynatrace) using OTel.</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200"/>
              <a:buFont typeface="Arial"/>
              <a:buNone/>
            </a:pPr>
            <a:r>
              <a:rPr b="0" i="0" lang="en" sz="1200" u="none" cap="none" strike="noStrike">
                <a:solidFill>
                  <a:srgbClr val="980000"/>
                </a:solidFill>
                <a:latin typeface="Calibri"/>
                <a:ea typeface="Calibri"/>
                <a:cs typeface="Calibri"/>
                <a:sym typeface="Calibri"/>
              </a:rPr>
              <a:t>(https://docs.snaplogic.com/tool-integrations/node-metric-reference.html)</a:t>
            </a:r>
            <a:br>
              <a:rPr b="0" i="0" lang="en" sz="1400" u="none" cap="none" strike="noStrike">
                <a:solidFill>
                  <a:srgbClr val="980000"/>
                </a:solidFill>
                <a:latin typeface="Calibri"/>
                <a:ea typeface="Calibri"/>
                <a:cs typeface="Calibri"/>
                <a:sym typeface="Calibri"/>
              </a:rPr>
            </a:br>
            <a:endParaRPr b="0" i="0" sz="1400" u="none" cap="none" strike="noStrike">
              <a:solidFill>
                <a:srgbClr val="980000"/>
              </a:solidFill>
              <a:latin typeface="Calibri"/>
              <a:ea typeface="Calibri"/>
              <a:cs typeface="Calibri"/>
              <a:sym typeface="Calibri"/>
            </a:endParaRPr>
          </a:p>
          <a:p>
            <a:pPr indent="-317500" lvl="0" marL="457200" marR="0" rtl="0" algn="l">
              <a:lnSpc>
                <a:spcPct val="110000"/>
              </a:lnSpc>
              <a:spcBef>
                <a:spcPts val="0"/>
              </a:spcBef>
              <a:spcAft>
                <a:spcPts val="0"/>
              </a:spcAft>
              <a:buClr>
                <a:srgbClr val="980000"/>
              </a:buClr>
              <a:buSzPts val="1400"/>
              <a:buFont typeface="Calibri"/>
              <a:buChar char="●"/>
            </a:pPr>
            <a:r>
              <a:rPr b="0" i="0" lang="en" sz="1400" u="none" cap="none" strike="noStrike">
                <a:solidFill>
                  <a:srgbClr val="980000"/>
                </a:solidFill>
                <a:latin typeface="Calibri"/>
                <a:ea typeface="Calibri"/>
                <a:cs typeface="Calibri"/>
                <a:sym typeface="Calibri"/>
              </a:rPr>
              <a:t>Log Snaps can be added at various stages in the Pipeline to capture logging related to </a:t>
            </a:r>
            <a:r>
              <a:rPr b="0" i="1" lang="en" sz="1400" u="none" cap="none" strike="noStrike">
                <a:solidFill>
                  <a:srgbClr val="980000"/>
                </a:solidFill>
                <a:latin typeface="Calibri"/>
                <a:ea typeface="Calibri"/>
                <a:cs typeface="Calibri"/>
                <a:sym typeface="Calibri"/>
              </a:rPr>
              <a:t>Ingest, Process, Filter, Destination, and Error </a:t>
            </a:r>
            <a:r>
              <a:rPr b="0" i="0" lang="en" sz="1400" u="none" cap="none" strike="noStrike">
                <a:solidFill>
                  <a:srgbClr val="980000"/>
                </a:solidFill>
                <a:latin typeface="Calibri"/>
                <a:ea typeface="Calibri"/>
                <a:cs typeface="Calibri"/>
                <a:sym typeface="Calibri"/>
              </a:rPr>
              <a:t>paths.</a:t>
            </a:r>
            <a:endParaRPr b="0" i="0" sz="1400" u="none" cap="none" strike="noStrike">
              <a:solidFill>
                <a:srgbClr val="980000"/>
              </a:solidFill>
              <a:latin typeface="Calibri"/>
              <a:ea typeface="Calibri"/>
              <a:cs typeface="Calibri"/>
              <a:sym typeface="Calibri"/>
            </a:endParaRPr>
          </a:p>
        </p:txBody>
      </p:sp>
      <p:sp>
        <p:nvSpPr>
          <p:cNvPr id="965" name="Google Shape;965;g3d088728187_0_1139"/>
          <p:cNvSpPr/>
          <p:nvPr/>
        </p:nvSpPr>
        <p:spPr>
          <a:xfrm>
            <a:off x="2313225" y="3792975"/>
            <a:ext cx="1437300" cy="399600"/>
          </a:xfrm>
          <a:prstGeom prst="wedgeRectCallout">
            <a:avLst>
              <a:gd fmla="val 146443" name="adj1"/>
              <a:gd fmla="val -139383"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Log Snap</a:t>
            </a:r>
            <a:endParaRPr b="1" i="0" sz="1400" u="none" cap="none" strike="noStrike">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g3d088728187_0_509"/>
          <p:cNvSpPr txBox="1"/>
          <p:nvPr>
            <p:ph type="title"/>
          </p:nvPr>
        </p:nvSpPr>
        <p:spPr>
          <a:xfrm>
            <a:off x="80311" y="-4"/>
            <a:ext cx="8469600" cy="3909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110000"/>
              </a:lnSpc>
              <a:spcBef>
                <a:spcPts val="0"/>
              </a:spcBef>
              <a:spcAft>
                <a:spcPts val="0"/>
              </a:spcAft>
              <a:buSzPct val="83333"/>
              <a:buNone/>
            </a:pPr>
            <a:r>
              <a:rPr lang="en"/>
              <a:t>Guiding Principles</a:t>
            </a:r>
            <a:endParaRPr/>
          </a:p>
        </p:txBody>
      </p:sp>
      <p:sp>
        <p:nvSpPr>
          <p:cNvPr id="971" name="Google Shape;971;g3d088728187_0_509"/>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
              <a:t>‹#›</a:t>
            </a:fld>
            <a:endParaRPr/>
          </a:p>
        </p:txBody>
      </p:sp>
      <p:sp>
        <p:nvSpPr>
          <p:cNvPr id="972" name="Google Shape;972;g3d088728187_0_509"/>
          <p:cNvSpPr txBox="1"/>
          <p:nvPr/>
        </p:nvSpPr>
        <p:spPr>
          <a:xfrm>
            <a:off x="167400" y="555625"/>
            <a:ext cx="8519400" cy="39804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Identify Common Patterns</a:t>
            </a:r>
            <a:r>
              <a:rPr b="0" i="0" lang="en" sz="1200" u="none" cap="none" strike="noStrike">
                <a:solidFill>
                  <a:schemeClr val="dk2"/>
                </a:solidFill>
                <a:latin typeface="Calibri"/>
                <a:ea typeface="Calibri"/>
                <a:cs typeface="Calibri"/>
                <a:sym typeface="Calibri"/>
              </a:rPr>
              <a:t>: Review existing pipelines to identify common data processing patterns or transformations. This can include data cleansing, aggregation, data enrichment, or formatting tasks that are repeated across different pipelines.</a:t>
            </a:r>
            <a:endParaRPr b="0" i="0" sz="1200" u="none" cap="none" strike="noStrike">
              <a:solidFill>
                <a:schemeClr val="dk2"/>
              </a:solidFill>
              <a:latin typeface="Calibri"/>
              <a:ea typeface="Calibri"/>
              <a:cs typeface="Calibri"/>
              <a:sym typeface="Calibri"/>
            </a:endParaRPr>
          </a:p>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Modular Design</a:t>
            </a:r>
            <a:r>
              <a:rPr b="0" i="0" lang="en" sz="1200" u="none" cap="none" strike="noStrike">
                <a:solidFill>
                  <a:schemeClr val="dk2"/>
                </a:solidFill>
                <a:latin typeface="Calibri"/>
                <a:ea typeface="Calibri"/>
                <a:cs typeface="Calibri"/>
                <a:sym typeface="Calibri"/>
              </a:rPr>
              <a:t>: Design pipelines in a modular fashion where each Pipeline performs a specific, reusable function. This approach allows you to easily plug in these reusable components into other pipelines.</a:t>
            </a:r>
            <a:endParaRPr b="0" i="0" sz="1200" u="none" cap="none" strike="noStrike">
              <a:solidFill>
                <a:schemeClr val="dk2"/>
              </a:solidFill>
              <a:latin typeface="Calibri"/>
              <a:ea typeface="Calibri"/>
              <a:cs typeface="Calibri"/>
              <a:sym typeface="Calibri"/>
            </a:endParaRPr>
          </a:p>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Parameterization</a:t>
            </a:r>
            <a:r>
              <a:rPr b="0" i="0" lang="en" sz="1200" u="none" cap="none" strike="noStrike">
                <a:solidFill>
                  <a:schemeClr val="dk2"/>
                </a:solidFill>
                <a:latin typeface="Calibri"/>
                <a:ea typeface="Calibri"/>
                <a:cs typeface="Calibri"/>
                <a:sym typeface="Calibri"/>
              </a:rPr>
              <a:t>: Use pipeline parameters to make pipelines more flexible. Parameters can be used to pass different values such as file paths, accounts, or other configuration settings, making the pipeline adaptable to different scenarios.</a:t>
            </a:r>
            <a:endParaRPr b="0" i="0" sz="1200" u="none" cap="none" strike="noStrike">
              <a:solidFill>
                <a:schemeClr val="dk2"/>
              </a:solidFill>
              <a:latin typeface="Calibri"/>
              <a:ea typeface="Calibri"/>
              <a:cs typeface="Calibri"/>
              <a:sym typeface="Calibri"/>
            </a:endParaRPr>
          </a:p>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Documentation and Naming Conventions</a:t>
            </a:r>
            <a:r>
              <a:rPr b="0" i="0" lang="en" sz="1200" u="none" cap="none" strike="noStrike">
                <a:solidFill>
                  <a:schemeClr val="dk2"/>
                </a:solidFill>
                <a:latin typeface="Calibri"/>
                <a:ea typeface="Calibri"/>
                <a:cs typeface="Calibri"/>
                <a:sym typeface="Calibri"/>
              </a:rPr>
              <a:t>: Maintain clear documentation and use consistent naming conventions. This practice helps in understanding the purpose and functionality of a pipeline, making it easier to identify when it can be reused.</a:t>
            </a:r>
            <a:endParaRPr b="0" i="0" sz="1200" u="none" cap="none" strike="noStrike">
              <a:solidFill>
                <a:schemeClr val="dk2"/>
              </a:solidFill>
              <a:latin typeface="Calibri"/>
              <a:ea typeface="Calibri"/>
              <a:cs typeface="Calibri"/>
              <a:sym typeface="Calibri"/>
            </a:endParaRPr>
          </a:p>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Leverage SnapLogic Patterns Catalog</a:t>
            </a:r>
            <a:r>
              <a:rPr b="0" i="0" lang="en" sz="1200" u="none" cap="none" strike="noStrike">
                <a:solidFill>
                  <a:schemeClr val="dk2"/>
                </a:solidFill>
                <a:latin typeface="Calibri"/>
                <a:ea typeface="Calibri"/>
                <a:cs typeface="Calibri"/>
                <a:sym typeface="Calibri"/>
              </a:rPr>
              <a:t>: SnapLogic offers a patterns catalog – a repository of pre-built pipeline patterns. Explore these patterns to find reusable components that can be adapted to your needs.</a:t>
            </a:r>
            <a:endParaRPr b="0" i="0" sz="1200" u="none" cap="none" strike="noStrike">
              <a:solidFill>
                <a:schemeClr val="dk2"/>
              </a:solidFill>
              <a:latin typeface="Calibri"/>
              <a:ea typeface="Calibri"/>
              <a:cs typeface="Calibri"/>
              <a:sym typeface="Calibri"/>
            </a:endParaRPr>
          </a:p>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Standardize Error Handling</a:t>
            </a:r>
            <a:r>
              <a:rPr b="0" i="0" lang="en" sz="1200" u="none" cap="none" strike="noStrike">
                <a:solidFill>
                  <a:schemeClr val="dk2"/>
                </a:solidFill>
                <a:latin typeface="Calibri"/>
                <a:ea typeface="Calibri"/>
                <a:cs typeface="Calibri"/>
                <a:sym typeface="Calibri"/>
              </a:rPr>
              <a:t>: Create a standardized approach to error handling and logging across pipelines. This makes it easier to maintain and reuse components, as the error handling logic does not need to be rewritten each time.</a:t>
            </a:r>
            <a:endParaRPr b="0" i="0" sz="1200" u="none" cap="none" strike="noStrike">
              <a:solidFill>
                <a:schemeClr val="dk2"/>
              </a:solidFill>
              <a:latin typeface="Calibri"/>
              <a:ea typeface="Calibri"/>
              <a:cs typeface="Calibri"/>
              <a:sym typeface="Calibri"/>
            </a:endParaRPr>
          </a:p>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Evaluate Data Sources and Destinations</a:t>
            </a:r>
            <a:r>
              <a:rPr b="0" i="0" lang="en" sz="1200" u="none" cap="none" strike="noStrike">
                <a:solidFill>
                  <a:schemeClr val="dk2"/>
                </a:solidFill>
                <a:latin typeface="Calibri"/>
                <a:ea typeface="Calibri"/>
                <a:cs typeface="Calibri"/>
                <a:sym typeface="Calibri"/>
              </a:rPr>
              <a:t>: If multiple pipelines are interacting with the same data sources or destinations, it might be possible to create reusable components for these interactions.</a:t>
            </a:r>
            <a:endParaRPr b="0" i="0" sz="1200" u="none" cap="none" strike="noStrike">
              <a:solidFill>
                <a:schemeClr val="dk2"/>
              </a:solidFill>
              <a:latin typeface="Calibri"/>
              <a:ea typeface="Calibri"/>
              <a:cs typeface="Calibri"/>
              <a:sym typeface="Calibri"/>
            </a:endParaRPr>
          </a:p>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Continuous Review and Refactoring</a:t>
            </a:r>
            <a:r>
              <a:rPr b="0" i="0" lang="en" sz="1200" u="none" cap="none" strike="noStrike">
                <a:solidFill>
                  <a:schemeClr val="dk2"/>
                </a:solidFill>
                <a:latin typeface="Calibri"/>
                <a:ea typeface="Calibri"/>
                <a:cs typeface="Calibri"/>
                <a:sym typeface="Calibri"/>
              </a:rPr>
              <a:t>: Periodically review pipelines to identify opportunities for refactoring and improving reusability. As data and processing needs evolve, so should your pipelines.</a:t>
            </a:r>
            <a:endParaRPr b="0" i="0" sz="1200" u="none" cap="none" strike="noStrike">
              <a:solidFill>
                <a:schemeClr val="dk2"/>
              </a:solidFill>
              <a:latin typeface="Calibri"/>
              <a:ea typeface="Calibri"/>
              <a:cs typeface="Calibri"/>
              <a:sym typeface="Calibri"/>
            </a:endParaRPr>
          </a:p>
          <a:p>
            <a:pPr indent="-304800" lvl="0" marL="457200" marR="0" rtl="0" algn="l">
              <a:lnSpc>
                <a:spcPct val="115000"/>
              </a:lnSpc>
              <a:spcBef>
                <a:spcPts val="0"/>
              </a:spcBef>
              <a:spcAft>
                <a:spcPts val="0"/>
              </a:spcAft>
              <a:buClr>
                <a:schemeClr val="dk2"/>
              </a:buClr>
              <a:buSzPts val="1200"/>
              <a:buFont typeface="Calibri"/>
              <a:buChar char="●"/>
            </a:pPr>
            <a:r>
              <a:rPr b="1" i="0" lang="en" sz="1200" u="none" cap="none" strike="noStrike">
                <a:solidFill>
                  <a:schemeClr val="dk2"/>
                </a:solidFill>
                <a:latin typeface="Calibri"/>
                <a:ea typeface="Calibri"/>
                <a:cs typeface="Calibri"/>
                <a:sym typeface="Calibri"/>
              </a:rPr>
              <a:t>Collaboration and Sharing Best Practices</a:t>
            </a:r>
            <a:r>
              <a:rPr b="0" i="0" lang="en" sz="1200" u="none" cap="none" strike="noStrike">
                <a:solidFill>
                  <a:schemeClr val="dk2"/>
                </a:solidFill>
                <a:latin typeface="Calibri"/>
                <a:ea typeface="Calibri"/>
                <a:cs typeface="Calibri"/>
                <a:sym typeface="Calibri"/>
              </a:rPr>
              <a:t>: Foster a culture of collaboration where developers share their pipelines and best practices. This can lead to more reusable pipeline components being identified and utilized.</a:t>
            </a:r>
            <a:endParaRPr b="0" i="0" sz="1200" u="none" cap="none" strike="noStrike">
              <a:solidFill>
                <a:schemeClr val="dk2"/>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5"/>
          <p:cNvSpPr txBox="1"/>
          <p:nvPr>
            <p:ph type="title"/>
          </p:nvPr>
        </p:nvSpPr>
        <p:spPr>
          <a:xfrm>
            <a:off x="0" y="1780600"/>
            <a:ext cx="9144000" cy="1241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3000">
                <a:latin typeface="Poppins SemiBold"/>
                <a:ea typeface="Poppins SemiBold"/>
                <a:cs typeface="Poppins SemiBold"/>
                <a:sym typeface="Poppins SemiBold"/>
              </a:rPr>
              <a:t>Appendix</a:t>
            </a:r>
            <a:endParaRPr sz="3000">
              <a:latin typeface="Poppins SemiBold"/>
              <a:ea typeface="Poppins SemiBold"/>
              <a:cs typeface="Poppins SemiBold"/>
              <a:sym typeface="Poppins SemiBo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d088728187_0_2537"/>
          <p:cNvSpPr txBox="1"/>
          <p:nvPr>
            <p:ph idx="4294967295" type="title"/>
          </p:nvPr>
        </p:nvSpPr>
        <p:spPr>
          <a:xfrm>
            <a:off x="159300" y="168600"/>
            <a:ext cx="4946700" cy="860100"/>
          </a:xfrm>
          <a:prstGeom prst="rect">
            <a:avLst/>
          </a:prstGeom>
          <a:noFill/>
          <a:ln>
            <a:noFill/>
          </a:ln>
        </p:spPr>
        <p:txBody>
          <a:bodyPr anchorCtr="0" anchor="t" bIns="34275" lIns="68575" spcFirstLastPara="1" rIns="68575" wrap="square" tIns="34275">
            <a:normAutofit/>
          </a:bodyPr>
          <a:lstStyle/>
          <a:p>
            <a:pPr indent="0" lvl="0" marL="0" rtl="0" algn="l">
              <a:lnSpc>
                <a:spcPct val="110000"/>
              </a:lnSpc>
              <a:spcBef>
                <a:spcPts val="0"/>
              </a:spcBef>
              <a:spcAft>
                <a:spcPts val="0"/>
              </a:spcAft>
              <a:buClr>
                <a:schemeClr val="accent6"/>
              </a:buClr>
              <a:buSzPts val="1800"/>
              <a:buFont typeface="Century Gothic"/>
              <a:buNone/>
            </a:pPr>
            <a:r>
              <a:rPr lang="en" sz="1600"/>
              <a:t>Mapping Enterprise Integration Patterns to SnapLogic Pipelines</a:t>
            </a:r>
            <a:endParaRPr sz="1600"/>
          </a:p>
        </p:txBody>
      </p:sp>
      <p:sp>
        <p:nvSpPr>
          <p:cNvPr id="983" name="Google Shape;983;g3d088728187_0_2537"/>
          <p:cNvSpPr txBox="1"/>
          <p:nvPr>
            <p:ph idx="12" type="sldNum"/>
          </p:nvPr>
        </p:nvSpPr>
        <p:spPr>
          <a:xfrm>
            <a:off x="8595309" y="4870801"/>
            <a:ext cx="548700" cy="3936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700"/>
              <a:buNone/>
            </a:pPr>
            <a:fld id="{00000000-1234-1234-1234-123412341234}" type="slidenum">
              <a:rPr lang="en" sz="700">
                <a:solidFill>
                  <a:schemeClr val="lt1"/>
                </a:solidFill>
                <a:latin typeface="Poppins Medium"/>
                <a:ea typeface="Poppins Medium"/>
                <a:cs typeface="Poppins Medium"/>
                <a:sym typeface="Poppins Medium"/>
              </a:rPr>
              <a:t>‹#›</a:t>
            </a:fld>
            <a:endParaRPr sz="700">
              <a:solidFill>
                <a:schemeClr val="lt1"/>
              </a:solidFill>
              <a:latin typeface="Poppins Medium"/>
              <a:ea typeface="Poppins Medium"/>
              <a:cs typeface="Poppins Medium"/>
              <a:sym typeface="Poppins Medium"/>
            </a:endParaRPr>
          </a:p>
        </p:txBody>
      </p:sp>
      <p:sp>
        <p:nvSpPr>
          <p:cNvPr id="984" name="Google Shape;984;g3d088728187_0_2537"/>
          <p:cNvSpPr txBox="1"/>
          <p:nvPr/>
        </p:nvSpPr>
        <p:spPr>
          <a:xfrm>
            <a:off x="119275" y="2204839"/>
            <a:ext cx="29958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985" name="Google Shape;985;g3d088728187_0_2537"/>
          <p:cNvPicPr preferRelativeResize="0"/>
          <p:nvPr/>
        </p:nvPicPr>
        <p:blipFill rotWithShape="1">
          <a:blip r:embed="rId3">
            <a:alphaModFix/>
          </a:blip>
          <a:srcRect b="0" l="0" r="0" t="0"/>
          <a:stretch/>
        </p:blipFill>
        <p:spPr>
          <a:xfrm>
            <a:off x="285906" y="1233251"/>
            <a:ext cx="4541469" cy="2516200"/>
          </a:xfrm>
          <a:prstGeom prst="rect">
            <a:avLst/>
          </a:prstGeom>
          <a:noFill/>
          <a:ln>
            <a:noFill/>
          </a:ln>
        </p:spPr>
      </p:pic>
      <p:sp>
        <p:nvSpPr>
          <p:cNvPr id="986" name="Google Shape;986;g3d088728187_0_2537"/>
          <p:cNvSpPr/>
          <p:nvPr/>
        </p:nvSpPr>
        <p:spPr>
          <a:xfrm>
            <a:off x="341675" y="1284550"/>
            <a:ext cx="809700" cy="9201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987" name="Google Shape;987;g3d088728187_0_2537"/>
          <p:cNvSpPr/>
          <p:nvPr/>
        </p:nvSpPr>
        <p:spPr>
          <a:xfrm>
            <a:off x="341675" y="2204835"/>
            <a:ext cx="4413300" cy="14805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988" name="Google Shape;988;g3d088728187_0_2537"/>
          <p:cNvSpPr/>
          <p:nvPr/>
        </p:nvSpPr>
        <p:spPr>
          <a:xfrm>
            <a:off x="3945168" y="1292555"/>
            <a:ext cx="809700" cy="912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989" name="Google Shape;989;g3d088728187_0_2537"/>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p>
            <a:pPr indent="0" lvl="0" marL="0" rtl="0" algn="r">
              <a:lnSpc>
                <a:spcPct val="115000"/>
              </a:lnSpc>
              <a:spcBef>
                <a:spcPts val="0"/>
              </a:spcBef>
              <a:spcAft>
                <a:spcPts val="1200"/>
              </a:spcAft>
              <a:buSzPts val="700"/>
              <a:buNone/>
            </a:pPr>
            <a:r>
              <a:t/>
            </a:r>
            <a:endParaRPr/>
          </a:p>
        </p:txBody>
      </p:sp>
      <p:sp>
        <p:nvSpPr>
          <p:cNvPr id="990" name="Google Shape;990;g3d088728187_0_2537"/>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p>
            <a:pPr indent="0" lvl="0" marL="0" rtl="0" algn="l">
              <a:lnSpc>
                <a:spcPct val="115000"/>
              </a:lnSpc>
              <a:spcBef>
                <a:spcPts val="0"/>
              </a:spcBef>
              <a:spcAft>
                <a:spcPts val="1200"/>
              </a:spcAft>
              <a:buSzPts val="700"/>
              <a:buNone/>
            </a:pPr>
            <a:r>
              <a:t/>
            </a:r>
            <a:endParaRPr/>
          </a:p>
        </p:txBody>
      </p:sp>
      <p:sp>
        <p:nvSpPr>
          <p:cNvPr id="991" name="Google Shape;991;g3d088728187_0_2537"/>
          <p:cNvSpPr txBox="1"/>
          <p:nvPr/>
        </p:nvSpPr>
        <p:spPr>
          <a:xfrm>
            <a:off x="5184445" y="326650"/>
            <a:ext cx="3452100" cy="297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accent3"/>
                </a:solidFill>
                <a:latin typeface="Roboto"/>
                <a:ea typeface="Roboto"/>
                <a:cs typeface="Roboto"/>
                <a:sym typeface="Roboto"/>
              </a:rPr>
              <a:t>Key Points</a:t>
            </a:r>
            <a:endParaRPr b="0" i="0" sz="1200" u="none" cap="none" strike="noStrike">
              <a:solidFill>
                <a:schemeClr val="accent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A composition of patterns constitutes a Pipeline or series of orchestrated Pipelines to achieve a functional business objective</a:t>
            </a:r>
            <a:endParaRPr b="0" i="0" sz="11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Consider orchestarting an Order Processing integration workflow. The workflow may be broken down into three distinct SnapLogic Pipelines</a:t>
            </a:r>
            <a:endParaRPr b="0" i="0" sz="1100" u="none" cap="none" strike="noStrike">
              <a:solidFill>
                <a:schemeClr val="lt1"/>
              </a:solidFill>
              <a:latin typeface="Roboto"/>
              <a:ea typeface="Roboto"/>
              <a:cs typeface="Roboto"/>
              <a:sym typeface="Roboto"/>
            </a:endParaRPr>
          </a:p>
          <a:p>
            <a:pPr indent="-298450" lvl="1" marL="9144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Pipeline 1 - Message retrieval</a:t>
            </a:r>
            <a:endParaRPr b="0" i="0" sz="1100" u="none" cap="none" strike="noStrike">
              <a:solidFill>
                <a:schemeClr val="lt1"/>
              </a:solidFill>
              <a:latin typeface="Roboto"/>
              <a:ea typeface="Roboto"/>
              <a:cs typeface="Roboto"/>
              <a:sym typeface="Roboto"/>
            </a:endParaRPr>
          </a:p>
          <a:p>
            <a:pPr indent="-298450" lvl="1" marL="9144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Pipeline 2 - Message Item processing</a:t>
            </a:r>
            <a:endParaRPr b="0" i="0" sz="1100" u="none" cap="none" strike="noStrike">
              <a:solidFill>
                <a:schemeClr val="lt1"/>
              </a:solidFill>
              <a:latin typeface="Roboto"/>
              <a:ea typeface="Roboto"/>
              <a:cs typeface="Roboto"/>
              <a:sym typeface="Roboto"/>
            </a:endParaRPr>
          </a:p>
          <a:p>
            <a:pPr indent="-298450" lvl="1" marL="9144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Pipeline 3 - Message publishing</a:t>
            </a:r>
            <a:endParaRPr b="0" i="0" sz="11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Each Pipeline assumes a distinct responsibility, and can be composed within a single orchestration pipeline, or tied together via API requests</a:t>
            </a:r>
            <a:endParaRPr b="0" i="0" sz="1100" u="none" cap="none" strike="noStrike">
              <a:solidFill>
                <a:schemeClr val="lt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d088728187_0_2550"/>
          <p:cNvSpPr txBox="1"/>
          <p:nvPr>
            <p:ph idx="4294967295" type="title"/>
          </p:nvPr>
        </p:nvSpPr>
        <p:spPr>
          <a:xfrm>
            <a:off x="341100" y="263250"/>
            <a:ext cx="3304200" cy="362400"/>
          </a:xfrm>
          <a:prstGeom prst="rect">
            <a:avLst/>
          </a:prstGeom>
          <a:noFill/>
          <a:ln>
            <a:noFill/>
          </a:ln>
        </p:spPr>
        <p:txBody>
          <a:bodyPr anchorCtr="0" anchor="t" bIns="34275" lIns="68575" spcFirstLastPara="1" rIns="68575" wrap="square" tIns="34275">
            <a:normAutofit/>
          </a:bodyPr>
          <a:lstStyle/>
          <a:p>
            <a:pPr indent="0" lvl="0" marL="0" rtl="0" algn="l">
              <a:lnSpc>
                <a:spcPct val="110000"/>
              </a:lnSpc>
              <a:spcBef>
                <a:spcPts val="0"/>
              </a:spcBef>
              <a:spcAft>
                <a:spcPts val="0"/>
              </a:spcAft>
              <a:buClr>
                <a:schemeClr val="accent6"/>
              </a:buClr>
              <a:buSzPts val="1620"/>
              <a:buFont typeface="Century Gothic"/>
              <a:buNone/>
            </a:pPr>
            <a:r>
              <a:rPr lang="en" sz="1660"/>
              <a:t>Pipeline 1 - Message Retrieval</a:t>
            </a:r>
            <a:endParaRPr sz="1660"/>
          </a:p>
        </p:txBody>
      </p:sp>
      <p:sp>
        <p:nvSpPr>
          <p:cNvPr id="997" name="Google Shape;997;g3d088728187_0_2550"/>
          <p:cNvSpPr txBox="1"/>
          <p:nvPr>
            <p:ph idx="12" type="sldNum"/>
          </p:nvPr>
        </p:nvSpPr>
        <p:spPr>
          <a:xfrm>
            <a:off x="8595309" y="4870801"/>
            <a:ext cx="548700" cy="3936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700"/>
              <a:buNone/>
            </a:pPr>
            <a:fld id="{00000000-1234-1234-1234-123412341234}" type="slidenum">
              <a:rPr lang="en" sz="700">
                <a:solidFill>
                  <a:schemeClr val="lt1"/>
                </a:solidFill>
                <a:latin typeface="Poppins Medium"/>
                <a:ea typeface="Poppins Medium"/>
                <a:cs typeface="Poppins Medium"/>
                <a:sym typeface="Poppins Medium"/>
              </a:rPr>
              <a:t>‹#›</a:t>
            </a:fld>
            <a:endParaRPr sz="700">
              <a:solidFill>
                <a:schemeClr val="lt1"/>
              </a:solidFill>
              <a:latin typeface="Poppins Medium"/>
              <a:ea typeface="Poppins Medium"/>
              <a:cs typeface="Poppins Medium"/>
              <a:sym typeface="Poppins Medium"/>
            </a:endParaRPr>
          </a:p>
        </p:txBody>
      </p:sp>
      <p:pic>
        <p:nvPicPr>
          <p:cNvPr id="998" name="Google Shape;998;g3d088728187_0_2550"/>
          <p:cNvPicPr preferRelativeResize="0"/>
          <p:nvPr/>
        </p:nvPicPr>
        <p:blipFill rotWithShape="1">
          <a:blip r:embed="rId3">
            <a:alphaModFix/>
          </a:blip>
          <a:srcRect b="0" l="0" r="0" t="0"/>
          <a:stretch/>
        </p:blipFill>
        <p:spPr>
          <a:xfrm>
            <a:off x="1874566" y="1959533"/>
            <a:ext cx="2759834" cy="834223"/>
          </a:xfrm>
          <a:prstGeom prst="rect">
            <a:avLst/>
          </a:prstGeom>
          <a:noFill/>
          <a:ln>
            <a:noFill/>
          </a:ln>
        </p:spPr>
      </p:pic>
      <p:pic>
        <p:nvPicPr>
          <p:cNvPr id="999" name="Google Shape;999;g3d088728187_0_2550"/>
          <p:cNvPicPr preferRelativeResize="0"/>
          <p:nvPr/>
        </p:nvPicPr>
        <p:blipFill rotWithShape="1">
          <a:blip r:embed="rId4">
            <a:alphaModFix/>
          </a:blip>
          <a:srcRect b="0" l="0" r="0" t="0"/>
          <a:stretch/>
        </p:blipFill>
        <p:spPr>
          <a:xfrm>
            <a:off x="341100" y="1620799"/>
            <a:ext cx="1156737" cy="1312452"/>
          </a:xfrm>
          <a:prstGeom prst="rect">
            <a:avLst/>
          </a:prstGeom>
          <a:noFill/>
          <a:ln>
            <a:noFill/>
          </a:ln>
        </p:spPr>
      </p:pic>
      <p:sp>
        <p:nvSpPr>
          <p:cNvPr id="1000" name="Google Shape;1000;g3d088728187_0_2550"/>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p>
            <a:pPr indent="0" lvl="0" marL="0" rtl="0" algn="r">
              <a:lnSpc>
                <a:spcPct val="115000"/>
              </a:lnSpc>
              <a:spcBef>
                <a:spcPts val="0"/>
              </a:spcBef>
              <a:spcAft>
                <a:spcPts val="1200"/>
              </a:spcAft>
              <a:buSzPts val="700"/>
              <a:buNone/>
            </a:pPr>
            <a:r>
              <a:t/>
            </a:r>
            <a:endParaRPr/>
          </a:p>
        </p:txBody>
      </p:sp>
      <p:sp>
        <p:nvSpPr>
          <p:cNvPr id="1001" name="Google Shape;1001;g3d088728187_0_2550"/>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p>
            <a:pPr indent="0" lvl="0" marL="0" rtl="0" algn="l">
              <a:lnSpc>
                <a:spcPct val="115000"/>
              </a:lnSpc>
              <a:spcBef>
                <a:spcPts val="0"/>
              </a:spcBef>
              <a:spcAft>
                <a:spcPts val="1200"/>
              </a:spcAft>
              <a:buSzPts val="700"/>
              <a:buNone/>
            </a:pPr>
            <a:r>
              <a:t/>
            </a:r>
            <a:endParaRPr/>
          </a:p>
        </p:txBody>
      </p:sp>
      <p:sp>
        <p:nvSpPr>
          <p:cNvPr id="1002" name="Google Shape;1002;g3d088728187_0_2550"/>
          <p:cNvSpPr txBox="1"/>
          <p:nvPr/>
        </p:nvSpPr>
        <p:spPr>
          <a:xfrm>
            <a:off x="5184445" y="326650"/>
            <a:ext cx="34521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accent3"/>
                </a:solidFill>
                <a:latin typeface="Roboto"/>
                <a:ea typeface="Roboto"/>
                <a:cs typeface="Roboto"/>
                <a:sym typeface="Roboto"/>
              </a:rPr>
              <a:t>Key Points</a:t>
            </a:r>
            <a:endParaRPr b="0" i="0" sz="1200" u="none" cap="none" strike="noStrike">
              <a:solidFill>
                <a:schemeClr val="accent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accent3"/>
                </a:solidFill>
                <a:latin typeface="Roboto"/>
                <a:ea typeface="Roboto"/>
                <a:cs typeface="Roboto"/>
                <a:sym typeface="Roboto"/>
              </a:rPr>
              <a:t>Consume Orders </a:t>
            </a:r>
            <a:r>
              <a:rPr b="0" i="0" lang="en" sz="1100" u="none" cap="none" strike="noStrike">
                <a:solidFill>
                  <a:schemeClr val="lt1"/>
                </a:solidFill>
                <a:latin typeface="Roboto"/>
                <a:ea typeface="Roboto"/>
                <a:cs typeface="Roboto"/>
                <a:sym typeface="Roboto"/>
              </a:rPr>
              <a:t>- A Order record is consumed from a Message Queue</a:t>
            </a:r>
            <a:endParaRPr b="0" i="0" sz="11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accent3"/>
                </a:solidFill>
                <a:latin typeface="Roboto"/>
                <a:ea typeface="Roboto"/>
                <a:cs typeface="Roboto"/>
                <a:sym typeface="Roboto"/>
              </a:rPr>
              <a:t>JSON Splitter </a:t>
            </a:r>
            <a:r>
              <a:rPr b="0" i="0" lang="en" sz="1100" u="none" cap="none" strike="noStrike">
                <a:solidFill>
                  <a:schemeClr val="lt1"/>
                </a:solidFill>
                <a:latin typeface="Roboto"/>
                <a:ea typeface="Roboto"/>
                <a:cs typeface="Roboto"/>
                <a:sym typeface="Roboto"/>
              </a:rPr>
              <a:t>- The order contains multiple Order Line Items which require to be split into indicitval records to be processed independently</a:t>
            </a:r>
            <a:endParaRPr b="0" i="0" sz="11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accent3"/>
                </a:solidFill>
                <a:latin typeface="Roboto"/>
                <a:ea typeface="Roboto"/>
                <a:cs typeface="Roboto"/>
                <a:sym typeface="Roboto"/>
              </a:rPr>
              <a:t>Publish Order Item</a:t>
            </a:r>
            <a:r>
              <a:rPr b="0" i="0" lang="en" sz="1100" u="none" cap="none" strike="noStrike">
                <a:solidFill>
                  <a:schemeClr val="lt1"/>
                </a:solidFill>
                <a:latin typeface="Roboto"/>
                <a:ea typeface="Roboto"/>
                <a:cs typeface="Roboto"/>
                <a:sym typeface="Roboto"/>
              </a:rPr>
              <a:t> - Each Order Line Item is published to a New_Order_Item message queue</a:t>
            </a:r>
            <a:endParaRPr b="0" i="0" sz="1100" u="none" cap="none" strike="noStrike">
              <a:solidFill>
                <a:schemeClr val="lt1"/>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d088728187_0_2560"/>
          <p:cNvSpPr txBox="1"/>
          <p:nvPr>
            <p:ph idx="4294967295" type="title"/>
          </p:nvPr>
        </p:nvSpPr>
        <p:spPr>
          <a:xfrm>
            <a:off x="341100" y="263250"/>
            <a:ext cx="4425900" cy="441900"/>
          </a:xfrm>
          <a:prstGeom prst="rect">
            <a:avLst/>
          </a:prstGeom>
          <a:noFill/>
          <a:ln>
            <a:noFill/>
          </a:ln>
        </p:spPr>
        <p:txBody>
          <a:bodyPr anchorCtr="0" anchor="t" bIns="34275" lIns="68575" spcFirstLastPara="1" rIns="68575" wrap="square" tIns="34275">
            <a:noAutofit/>
          </a:bodyPr>
          <a:lstStyle/>
          <a:p>
            <a:pPr indent="0" lvl="0" marL="0" rtl="0" algn="l">
              <a:lnSpc>
                <a:spcPct val="110000"/>
              </a:lnSpc>
              <a:spcBef>
                <a:spcPts val="0"/>
              </a:spcBef>
              <a:spcAft>
                <a:spcPts val="0"/>
              </a:spcAft>
              <a:buClr>
                <a:schemeClr val="accent6"/>
              </a:buClr>
              <a:buSzPts val="1620"/>
              <a:buFont typeface="Century Gothic"/>
              <a:buNone/>
            </a:pPr>
            <a:r>
              <a:rPr lang="en" sz="1960"/>
              <a:t>Pipeline 2 - Order Item Processing</a:t>
            </a:r>
            <a:endParaRPr sz="1960"/>
          </a:p>
          <a:p>
            <a:pPr indent="0" lvl="0" marL="0" rtl="0" algn="l">
              <a:lnSpc>
                <a:spcPct val="110000"/>
              </a:lnSpc>
              <a:spcBef>
                <a:spcPts val="0"/>
              </a:spcBef>
              <a:spcAft>
                <a:spcPts val="0"/>
              </a:spcAft>
              <a:buClr>
                <a:schemeClr val="accent6"/>
              </a:buClr>
              <a:buSzPts val="1620"/>
              <a:buFont typeface="Century Gothic"/>
              <a:buNone/>
            </a:pPr>
            <a:r>
              <a:t/>
            </a:r>
            <a:endParaRPr sz="1860"/>
          </a:p>
        </p:txBody>
      </p:sp>
      <p:sp>
        <p:nvSpPr>
          <p:cNvPr id="1008" name="Google Shape;1008;g3d088728187_0_2560"/>
          <p:cNvSpPr txBox="1"/>
          <p:nvPr>
            <p:ph idx="12" type="sldNum"/>
          </p:nvPr>
        </p:nvSpPr>
        <p:spPr>
          <a:xfrm>
            <a:off x="8595309" y="4870801"/>
            <a:ext cx="548700" cy="3936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700"/>
              <a:buNone/>
            </a:pPr>
            <a:fld id="{00000000-1234-1234-1234-123412341234}" type="slidenum">
              <a:rPr lang="en" sz="700">
                <a:solidFill>
                  <a:schemeClr val="lt1"/>
                </a:solidFill>
                <a:latin typeface="Poppins Medium"/>
                <a:ea typeface="Poppins Medium"/>
                <a:cs typeface="Poppins Medium"/>
                <a:sym typeface="Poppins Medium"/>
              </a:rPr>
              <a:t>‹#›</a:t>
            </a:fld>
            <a:endParaRPr sz="700">
              <a:solidFill>
                <a:schemeClr val="lt1"/>
              </a:solidFill>
              <a:latin typeface="Poppins Medium"/>
              <a:ea typeface="Poppins Medium"/>
              <a:cs typeface="Poppins Medium"/>
              <a:sym typeface="Poppins Medium"/>
            </a:endParaRPr>
          </a:p>
        </p:txBody>
      </p:sp>
      <p:pic>
        <p:nvPicPr>
          <p:cNvPr id="1009" name="Google Shape;1009;g3d088728187_0_2560"/>
          <p:cNvPicPr preferRelativeResize="0"/>
          <p:nvPr/>
        </p:nvPicPr>
        <p:blipFill rotWithShape="1">
          <a:blip r:embed="rId3">
            <a:alphaModFix/>
          </a:blip>
          <a:srcRect b="0" l="0" r="0" t="0"/>
          <a:stretch/>
        </p:blipFill>
        <p:spPr>
          <a:xfrm>
            <a:off x="271425" y="709600"/>
            <a:ext cx="4538701" cy="1734125"/>
          </a:xfrm>
          <a:prstGeom prst="rect">
            <a:avLst/>
          </a:prstGeom>
          <a:noFill/>
          <a:ln>
            <a:noFill/>
          </a:ln>
        </p:spPr>
      </p:pic>
      <p:pic>
        <p:nvPicPr>
          <p:cNvPr id="1010" name="Google Shape;1010;g3d088728187_0_2560"/>
          <p:cNvPicPr preferRelativeResize="0"/>
          <p:nvPr/>
        </p:nvPicPr>
        <p:blipFill rotWithShape="1">
          <a:blip r:embed="rId4">
            <a:alphaModFix/>
          </a:blip>
          <a:srcRect b="0" l="0" r="0" t="0"/>
          <a:stretch/>
        </p:blipFill>
        <p:spPr>
          <a:xfrm>
            <a:off x="570874" y="2731574"/>
            <a:ext cx="4097761" cy="1734138"/>
          </a:xfrm>
          <a:prstGeom prst="rect">
            <a:avLst/>
          </a:prstGeom>
          <a:noFill/>
          <a:ln>
            <a:noFill/>
          </a:ln>
        </p:spPr>
      </p:pic>
      <p:sp>
        <p:nvSpPr>
          <p:cNvPr id="1011" name="Google Shape;1011;g3d088728187_0_2560"/>
          <p:cNvSpPr txBox="1"/>
          <p:nvPr>
            <p:ph idx="1" type="subTitle"/>
          </p:nvPr>
        </p:nvSpPr>
        <p:spPr>
          <a:xfrm>
            <a:off x="5448850" y="4870800"/>
            <a:ext cx="2780700" cy="393600"/>
          </a:xfrm>
          <a:prstGeom prst="rect">
            <a:avLst/>
          </a:prstGeom>
          <a:noFill/>
          <a:ln>
            <a:noFill/>
          </a:ln>
        </p:spPr>
        <p:txBody>
          <a:bodyPr anchorCtr="0" anchor="t" bIns="91425" lIns="0" spcFirstLastPara="1" rIns="0" wrap="square" tIns="91425">
            <a:normAutofit/>
          </a:bodyPr>
          <a:lstStyle/>
          <a:p>
            <a:pPr indent="0" lvl="0" marL="0" rtl="0" algn="r">
              <a:lnSpc>
                <a:spcPct val="115000"/>
              </a:lnSpc>
              <a:spcBef>
                <a:spcPts val="0"/>
              </a:spcBef>
              <a:spcAft>
                <a:spcPts val="1200"/>
              </a:spcAft>
              <a:buSzPts val="700"/>
              <a:buNone/>
            </a:pPr>
            <a:r>
              <a:t/>
            </a:r>
            <a:endParaRPr/>
          </a:p>
        </p:txBody>
      </p:sp>
      <p:sp>
        <p:nvSpPr>
          <p:cNvPr id="1012" name="Google Shape;1012;g3d088728187_0_2560"/>
          <p:cNvSpPr txBox="1"/>
          <p:nvPr>
            <p:ph idx="2" type="subTitle"/>
          </p:nvPr>
        </p:nvSpPr>
        <p:spPr>
          <a:xfrm>
            <a:off x="159300" y="4860900"/>
            <a:ext cx="4085100" cy="362400"/>
          </a:xfrm>
          <a:prstGeom prst="rect">
            <a:avLst/>
          </a:prstGeom>
          <a:noFill/>
          <a:ln>
            <a:noFill/>
          </a:ln>
        </p:spPr>
        <p:txBody>
          <a:bodyPr anchorCtr="0" anchor="t" bIns="91425" lIns="0" spcFirstLastPara="1" rIns="91425" wrap="square" tIns="91425">
            <a:normAutofit/>
          </a:bodyPr>
          <a:lstStyle/>
          <a:p>
            <a:pPr indent="0" lvl="0" marL="0" rtl="0" algn="l">
              <a:lnSpc>
                <a:spcPct val="115000"/>
              </a:lnSpc>
              <a:spcBef>
                <a:spcPts val="0"/>
              </a:spcBef>
              <a:spcAft>
                <a:spcPts val="1200"/>
              </a:spcAft>
              <a:buSzPts val="700"/>
              <a:buNone/>
            </a:pPr>
            <a:r>
              <a:t/>
            </a:r>
            <a:endParaRPr/>
          </a:p>
        </p:txBody>
      </p:sp>
      <p:sp>
        <p:nvSpPr>
          <p:cNvPr id="1013" name="Google Shape;1013;g3d088728187_0_2560"/>
          <p:cNvSpPr txBox="1"/>
          <p:nvPr/>
        </p:nvSpPr>
        <p:spPr>
          <a:xfrm>
            <a:off x="5184445" y="326650"/>
            <a:ext cx="3452100" cy="263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accent3"/>
                </a:solidFill>
                <a:latin typeface="Roboto"/>
                <a:ea typeface="Roboto"/>
                <a:cs typeface="Roboto"/>
                <a:sym typeface="Roboto"/>
              </a:rPr>
              <a:t>Key Points</a:t>
            </a:r>
            <a:endParaRPr b="0" i="0" sz="1200" u="none" cap="none" strike="noStrike">
              <a:solidFill>
                <a:schemeClr val="accent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accent3"/>
                </a:solidFill>
                <a:latin typeface="Roboto"/>
                <a:ea typeface="Roboto"/>
                <a:cs typeface="Roboto"/>
                <a:sym typeface="Roboto"/>
              </a:rPr>
              <a:t>Kafka Consumer </a:t>
            </a:r>
            <a:r>
              <a:rPr b="0" i="0" lang="en" sz="1100" u="none" cap="none" strike="noStrike">
                <a:solidFill>
                  <a:schemeClr val="lt1"/>
                </a:solidFill>
                <a:latin typeface="Roboto"/>
                <a:ea typeface="Roboto"/>
                <a:cs typeface="Roboto"/>
                <a:sym typeface="Roboto"/>
              </a:rPr>
              <a:t>- Each order item is consumed from the New_Order_Item queue</a:t>
            </a:r>
            <a:endParaRPr b="0" i="0" sz="11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accent3"/>
                </a:solidFill>
                <a:latin typeface="Roboto"/>
                <a:ea typeface="Roboto"/>
                <a:cs typeface="Roboto"/>
                <a:sym typeface="Roboto"/>
              </a:rPr>
              <a:t>Router </a:t>
            </a:r>
            <a:r>
              <a:rPr b="0" i="0" lang="en" sz="1100" u="none" cap="none" strike="noStrike">
                <a:solidFill>
                  <a:schemeClr val="lt1"/>
                </a:solidFill>
                <a:latin typeface="Roboto"/>
                <a:ea typeface="Roboto"/>
                <a:cs typeface="Roboto"/>
                <a:sym typeface="Roboto"/>
              </a:rPr>
              <a:t>- Depending on data stored within the Order Item, the message is routed based on the defined business logic</a:t>
            </a:r>
            <a:endParaRPr b="0" i="0" sz="1100" u="none" cap="none" strike="noStrike">
              <a:solidFill>
                <a:schemeClr val="lt1"/>
              </a:solidFill>
              <a:latin typeface="Roboto"/>
              <a:ea typeface="Roboto"/>
              <a:cs typeface="Roboto"/>
              <a:sym typeface="Roboto"/>
            </a:endParaRPr>
          </a:p>
          <a:p>
            <a:pPr indent="-298450" lvl="1" marL="9144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Publish Widget - </a:t>
            </a:r>
            <a:endParaRPr b="0" i="0" sz="1100" u="none" cap="none" strike="noStrike">
              <a:solidFill>
                <a:schemeClr val="lt1"/>
              </a:solidFill>
              <a:latin typeface="Roboto"/>
              <a:ea typeface="Roboto"/>
              <a:cs typeface="Roboto"/>
              <a:sym typeface="Roboto"/>
            </a:endParaRPr>
          </a:p>
          <a:p>
            <a:pPr indent="-298450" lvl="1" marL="9144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Publish Gadget -</a:t>
            </a:r>
            <a:endParaRPr b="0" i="0" sz="1100" u="none" cap="none" strike="noStrike">
              <a:solidFill>
                <a:schemeClr val="lt1"/>
              </a:solidFill>
              <a:latin typeface="Roboto"/>
              <a:ea typeface="Roboto"/>
              <a:cs typeface="Roboto"/>
              <a:sym typeface="Roboto"/>
            </a:endParaRPr>
          </a:p>
          <a:p>
            <a:pPr indent="-298450" lvl="1" marL="9144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lt1"/>
                </a:solidFill>
                <a:latin typeface="Roboto"/>
                <a:ea typeface="Roboto"/>
                <a:cs typeface="Roboto"/>
                <a:sym typeface="Roboto"/>
              </a:rPr>
              <a:t>Publish Invalid - </a:t>
            </a:r>
            <a:endParaRPr b="0" i="0" sz="11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accent3"/>
                </a:solidFill>
                <a:latin typeface="Roboto"/>
                <a:ea typeface="Roboto"/>
                <a:cs typeface="Roboto"/>
                <a:sym typeface="Roboto"/>
              </a:rPr>
              <a:t>Union </a:t>
            </a:r>
            <a:r>
              <a:rPr b="0" i="0" lang="en" sz="1100" u="none" cap="none" strike="noStrike">
                <a:solidFill>
                  <a:schemeClr val="lt1"/>
                </a:solidFill>
                <a:latin typeface="Roboto"/>
                <a:ea typeface="Roboto"/>
                <a:cs typeface="Roboto"/>
                <a:sym typeface="Roboto"/>
              </a:rPr>
              <a:t>- The message stream is consolidated</a:t>
            </a:r>
            <a:endParaRPr b="0" i="0" sz="1100" u="none" cap="none" strike="noStrike">
              <a:solidFill>
                <a:schemeClr val="lt1"/>
              </a:solidFill>
              <a:latin typeface="Roboto"/>
              <a:ea typeface="Roboto"/>
              <a:cs typeface="Roboto"/>
              <a:sym typeface="Roboto"/>
            </a:endParaRPr>
          </a:p>
          <a:p>
            <a:pPr indent="-298450" lvl="0" marL="457200" marR="0" rtl="0" algn="l">
              <a:lnSpc>
                <a:spcPct val="100000"/>
              </a:lnSpc>
              <a:spcBef>
                <a:spcPts val="0"/>
              </a:spcBef>
              <a:spcAft>
                <a:spcPts val="0"/>
              </a:spcAft>
              <a:buClr>
                <a:schemeClr val="lt1"/>
              </a:buClr>
              <a:buSzPts val="1100"/>
              <a:buFont typeface="Roboto"/>
              <a:buChar char="●"/>
            </a:pPr>
            <a:r>
              <a:rPr b="0" i="0" lang="en" sz="1100" u="none" cap="none" strike="noStrike">
                <a:solidFill>
                  <a:schemeClr val="accent3"/>
                </a:solidFill>
                <a:latin typeface="Roboto"/>
                <a:ea typeface="Roboto"/>
                <a:cs typeface="Roboto"/>
                <a:sym typeface="Roboto"/>
              </a:rPr>
              <a:t>Publish Item Status - </a:t>
            </a:r>
            <a:r>
              <a:rPr b="0" i="0" lang="en" sz="1100" u="none" cap="none" strike="noStrike">
                <a:solidFill>
                  <a:schemeClr val="lt1"/>
                </a:solidFill>
                <a:latin typeface="Roboto"/>
                <a:ea typeface="Roboto"/>
                <a:cs typeface="Roboto"/>
                <a:sym typeface="Roboto"/>
              </a:rPr>
              <a:t>The status of the message is published to an “Item_Status” queue</a:t>
            </a:r>
            <a:endParaRPr b="0" i="0" sz="1100" u="none" cap="none" strike="noStrike">
              <a:solidFill>
                <a:schemeClr val="lt1"/>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d088728187_0_1803"/>
          <p:cNvSpPr txBox="1"/>
          <p:nvPr>
            <p:ph type="title"/>
          </p:nvPr>
        </p:nvSpPr>
        <p:spPr>
          <a:xfrm>
            <a:off x="341111" y="263246"/>
            <a:ext cx="8469600" cy="3909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110000"/>
              </a:lnSpc>
              <a:spcBef>
                <a:spcPts val="0"/>
              </a:spcBef>
              <a:spcAft>
                <a:spcPts val="0"/>
              </a:spcAft>
              <a:buClr>
                <a:schemeClr val="accent6"/>
              </a:buClr>
              <a:buSzPct val="75000"/>
              <a:buFont typeface="Century Gothic"/>
              <a:buNone/>
            </a:pPr>
            <a:r>
              <a:rPr lang="en"/>
              <a:t>Enterprise Integration Patterns</a:t>
            </a:r>
            <a:endParaRPr/>
          </a:p>
        </p:txBody>
      </p:sp>
      <p:sp>
        <p:nvSpPr>
          <p:cNvPr id="1019" name="Google Shape;1019;g3d088728187_0_1803"/>
          <p:cNvSpPr txBox="1"/>
          <p:nvPr>
            <p:ph idx="12" type="sldNum"/>
          </p:nvPr>
        </p:nvSpPr>
        <p:spPr>
          <a:xfrm>
            <a:off x="8126945" y="4887995"/>
            <a:ext cx="736800" cy="2490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1020" name="Google Shape;1020;g3d088728187_0_1803"/>
          <p:cNvSpPr txBox="1"/>
          <p:nvPr/>
        </p:nvSpPr>
        <p:spPr>
          <a:xfrm>
            <a:off x="591963" y="2352980"/>
            <a:ext cx="4491000" cy="223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1021" name="Google Shape;1021;g3d088728187_0_1803"/>
          <p:cNvPicPr preferRelativeResize="0"/>
          <p:nvPr/>
        </p:nvPicPr>
        <p:blipFill rotWithShape="1">
          <a:blip r:embed="rId3">
            <a:alphaModFix/>
          </a:blip>
          <a:srcRect b="0" l="0" r="0" t="0"/>
          <a:stretch/>
        </p:blipFill>
        <p:spPr>
          <a:xfrm>
            <a:off x="733600" y="1070626"/>
            <a:ext cx="2619275" cy="3400900"/>
          </a:xfrm>
          <a:prstGeom prst="rect">
            <a:avLst/>
          </a:prstGeom>
          <a:noFill/>
          <a:ln>
            <a:noFill/>
          </a:ln>
        </p:spPr>
      </p:pic>
      <p:pic>
        <p:nvPicPr>
          <p:cNvPr id="1022" name="Google Shape;1022;g3d088728187_0_1803"/>
          <p:cNvPicPr preferRelativeResize="0"/>
          <p:nvPr/>
        </p:nvPicPr>
        <p:blipFill rotWithShape="1">
          <a:blip r:embed="rId4">
            <a:alphaModFix/>
          </a:blip>
          <a:srcRect b="0" l="0" r="0" t="0"/>
          <a:stretch/>
        </p:blipFill>
        <p:spPr>
          <a:xfrm>
            <a:off x="4010200" y="821600"/>
            <a:ext cx="4745400" cy="389894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apLogic-2022">
  <a:themeElements>
    <a:clrScheme name="Simple Light">
      <a:dk1>
        <a:srgbClr val="003399"/>
      </a:dk1>
      <a:lt1>
        <a:srgbClr val="FFFFFF"/>
      </a:lt1>
      <a:dk2>
        <a:srgbClr val="000000"/>
      </a:dk2>
      <a:lt2>
        <a:srgbClr val="2DA493"/>
      </a:lt2>
      <a:accent1>
        <a:srgbClr val="182852"/>
      </a:accent1>
      <a:accent2>
        <a:srgbClr val="F26D0E"/>
      </a:accent2>
      <a:accent3>
        <a:srgbClr val="FFD700"/>
      </a:accent3>
      <a:accent4>
        <a:srgbClr val="E7F5FF"/>
      </a:accent4>
      <a:accent5>
        <a:srgbClr val="333333"/>
      </a:accent5>
      <a:accent6>
        <a:srgbClr val="FFFFFF"/>
      </a:accent6>
      <a:hlink>
        <a:srgbClr val="0038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napLogic-2022">
  <a:themeElements>
    <a:clrScheme name="Simple Light">
      <a:dk1>
        <a:srgbClr val="003399"/>
      </a:dk1>
      <a:lt1>
        <a:srgbClr val="FFFFFF"/>
      </a:lt1>
      <a:dk2>
        <a:srgbClr val="000000"/>
      </a:dk2>
      <a:lt2>
        <a:srgbClr val="2DA493"/>
      </a:lt2>
      <a:accent1>
        <a:srgbClr val="182852"/>
      </a:accent1>
      <a:accent2>
        <a:srgbClr val="F26D0E"/>
      </a:accent2>
      <a:accent3>
        <a:srgbClr val="FFD700"/>
      </a:accent3>
      <a:accent4>
        <a:srgbClr val="E7F5FF"/>
      </a:accent4>
      <a:accent5>
        <a:srgbClr val="333333"/>
      </a:accent5>
      <a:accent6>
        <a:srgbClr val="FFFFFF"/>
      </a:accent6>
      <a:hlink>
        <a:srgbClr val="0038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napLogic-2022">
  <a:themeElements>
    <a:clrScheme name="Simple Light">
      <a:dk1>
        <a:srgbClr val="003399"/>
      </a:dk1>
      <a:lt1>
        <a:srgbClr val="FFFFFF"/>
      </a:lt1>
      <a:dk2>
        <a:srgbClr val="000000"/>
      </a:dk2>
      <a:lt2>
        <a:srgbClr val="2DA493"/>
      </a:lt2>
      <a:accent1>
        <a:srgbClr val="182852"/>
      </a:accent1>
      <a:accent2>
        <a:srgbClr val="F26D0E"/>
      </a:accent2>
      <a:accent3>
        <a:srgbClr val="FFD700"/>
      </a:accent3>
      <a:accent4>
        <a:srgbClr val="E7F5FF"/>
      </a:accent4>
      <a:accent5>
        <a:srgbClr val="333333"/>
      </a:accent5>
      <a:accent6>
        <a:srgbClr val="FFFFFF"/>
      </a:accent6>
      <a:hlink>
        <a:srgbClr val="0038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napLogic-2022">
  <a:themeElements>
    <a:clrScheme name="Simple Light">
      <a:dk1>
        <a:srgbClr val="003399"/>
      </a:dk1>
      <a:lt1>
        <a:srgbClr val="FFFFFF"/>
      </a:lt1>
      <a:dk2>
        <a:srgbClr val="000000"/>
      </a:dk2>
      <a:lt2>
        <a:srgbClr val="2DA493"/>
      </a:lt2>
      <a:accent1>
        <a:srgbClr val="182852"/>
      </a:accent1>
      <a:accent2>
        <a:srgbClr val="F26D0E"/>
      </a:accent2>
      <a:accent3>
        <a:srgbClr val="FFD700"/>
      </a:accent3>
      <a:accent4>
        <a:srgbClr val="E7F5FF"/>
      </a:accent4>
      <a:accent5>
        <a:srgbClr val="333333"/>
      </a:accent5>
      <a:accent6>
        <a:srgbClr val="FFFFFF"/>
      </a:accent6>
      <a:hlink>
        <a:srgbClr val="0038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